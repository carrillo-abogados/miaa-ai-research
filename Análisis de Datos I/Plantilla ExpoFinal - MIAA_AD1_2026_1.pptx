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Cm5a66XYsYA3JIRUrFv0EUiZT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04-5E42-B5AF-67A07A52B22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4-5E42-B5AF-67A07A52B22C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4-5E42-B5AF-67A07A52B22C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604-5E42-B5AF-67A07A52B22C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4-5E42-B5AF-67A07A52B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761151604340338E-2"/>
          <c:y val="2.6469101445057572E-2"/>
          <c:w val="0.96247769679131934"/>
          <c:h val="0.802116088135855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1D-B143-A647-44F552A8F11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1D-B143-A647-44F552A8F11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1D-B143-A647-44F552A8F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643327"/>
        <c:axId val="264829327"/>
      </c:barChart>
      <c:catAx>
        <c:axId val="17464332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4829327"/>
        <c:crosses val="autoZero"/>
        <c:auto val="1"/>
        <c:lblAlgn val="ctr"/>
        <c:lblOffset val="100"/>
        <c:noMultiLvlLbl val="0"/>
      </c:catAx>
      <c:valAx>
        <c:axId val="26482932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464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624832297866385"/>
          <c:y val="0.91463989516947419"/>
          <c:w val="0.48238654203639469"/>
          <c:h val="8.53601048305257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5eb17e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95eb17ec4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vertical derecha">
  <p:cSld name="Franja vertical derecha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fa81c249f_2_81"/>
          <p:cNvSpPr txBox="1"/>
          <p:nvPr>
            <p:ph type="title"/>
          </p:nvPr>
        </p:nvSpPr>
        <p:spPr>
          <a:xfrm>
            <a:off x="304802" y="1726494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cfa81c249f_2_81"/>
          <p:cNvSpPr txBox="1"/>
          <p:nvPr>
            <p:ph idx="1" type="body"/>
          </p:nvPr>
        </p:nvSpPr>
        <p:spPr>
          <a:xfrm>
            <a:off x="304802" y="2862776"/>
            <a:ext cx="55755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cfa81c249f_2_81"/>
          <p:cNvSpPr/>
          <p:nvPr/>
        </p:nvSpPr>
        <p:spPr>
          <a:xfrm flipH="1" rot="10800000">
            <a:off x="6094413" y="-126693"/>
            <a:ext cx="6200700" cy="70902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3cfa81c249f_2_81"/>
          <p:cNvSpPr/>
          <p:nvPr/>
        </p:nvSpPr>
        <p:spPr>
          <a:xfrm flipH="1" rot="10800000">
            <a:off x="4485993" y="6315806"/>
            <a:ext cx="7809300" cy="647700"/>
          </a:xfrm>
          <a:prstGeom prst="rect">
            <a:avLst/>
          </a:prstGeom>
          <a:solidFill>
            <a:srgbClr val="E968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g3cfa81c249f_2_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2" y="327161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con logo">
  <p:cSld name="Franja azul con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fa81c249f_2_169"/>
          <p:cNvSpPr/>
          <p:nvPr/>
        </p:nvSpPr>
        <p:spPr>
          <a:xfrm>
            <a:off x="-74459" y="-42205"/>
            <a:ext cx="12337800" cy="15474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cfa81c249f_2_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7" y="395158"/>
            <a:ext cx="1242269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cfa81c249f_2_169"/>
          <p:cNvSpPr txBox="1"/>
          <p:nvPr>
            <p:ph idx="1" type="body"/>
          </p:nvPr>
        </p:nvSpPr>
        <p:spPr>
          <a:xfrm>
            <a:off x="304801" y="2799327"/>
            <a:ext cx="113715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cfa81c249f_2_169"/>
          <p:cNvSpPr/>
          <p:nvPr/>
        </p:nvSpPr>
        <p:spPr>
          <a:xfrm>
            <a:off x="-42578" y="1505131"/>
            <a:ext cx="7554600" cy="8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cfa81c249f_2_169"/>
          <p:cNvSpPr txBox="1"/>
          <p:nvPr>
            <p:ph type="title"/>
          </p:nvPr>
        </p:nvSpPr>
        <p:spPr>
          <a:xfrm>
            <a:off x="304802" y="1757162"/>
            <a:ext cx="705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3" name="Google Shape;23;g3cfa81c249f_2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596" y="331282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a la izquierda">
  <p:cSld name="Foto a la izquierda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fa81c249f_2_258"/>
          <p:cNvSpPr/>
          <p:nvPr/>
        </p:nvSpPr>
        <p:spPr>
          <a:xfrm>
            <a:off x="-197323" y="-123191"/>
            <a:ext cx="6064800" cy="71013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cfa81c249f_2_258"/>
          <p:cNvSpPr/>
          <p:nvPr>
            <p:ph idx="2" type="pic"/>
          </p:nvPr>
        </p:nvSpPr>
        <p:spPr>
          <a:xfrm>
            <a:off x="-196850" y="-136525"/>
            <a:ext cx="6064200" cy="71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g3cfa81c249f_2_258"/>
          <p:cNvSpPr txBox="1"/>
          <p:nvPr>
            <p:ph type="title"/>
          </p:nvPr>
        </p:nvSpPr>
        <p:spPr>
          <a:xfrm>
            <a:off x="6238193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cfa81c249f_2_258"/>
          <p:cNvSpPr txBox="1"/>
          <p:nvPr>
            <p:ph idx="1" type="body"/>
          </p:nvPr>
        </p:nvSpPr>
        <p:spPr>
          <a:xfrm>
            <a:off x="6238193" y="2208628"/>
            <a:ext cx="5575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g3cfa81c249f_2_258"/>
          <p:cNvSpPr/>
          <p:nvPr/>
        </p:nvSpPr>
        <p:spPr>
          <a:xfrm>
            <a:off x="-197323" y="6132880"/>
            <a:ext cx="7554600" cy="8589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g3cfa81c249f_2_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9434" y="20054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y franja verde">
  <p:cSld name="Franja azul y franja ver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cfa81c249f_2_345"/>
          <p:cNvSpPr/>
          <p:nvPr/>
        </p:nvSpPr>
        <p:spPr>
          <a:xfrm>
            <a:off x="-42578" y="-42204"/>
            <a:ext cx="12337800" cy="13638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g3cfa81c249f_2_3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7" y="395158"/>
            <a:ext cx="1242269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cfa81c249f_2_345"/>
          <p:cNvSpPr txBox="1"/>
          <p:nvPr>
            <p:ph idx="1" type="body"/>
          </p:nvPr>
        </p:nvSpPr>
        <p:spPr>
          <a:xfrm>
            <a:off x="304801" y="2473373"/>
            <a:ext cx="11371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g3cfa81c249f_2_345"/>
          <p:cNvSpPr/>
          <p:nvPr/>
        </p:nvSpPr>
        <p:spPr>
          <a:xfrm>
            <a:off x="4740438" y="1321729"/>
            <a:ext cx="7554600" cy="8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cfa81c249f_2_345"/>
          <p:cNvSpPr txBox="1"/>
          <p:nvPr>
            <p:ph type="title"/>
          </p:nvPr>
        </p:nvSpPr>
        <p:spPr>
          <a:xfrm>
            <a:off x="4991500" y="1573760"/>
            <a:ext cx="66846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7" name="Google Shape;37;g3cfa81c249f_2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291" y="14074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zul completo">
  <p:cSld name="Azul completo">
    <p:bg>
      <p:bgPr>
        <a:solidFill>
          <a:srgbClr val="5454E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fa81c249f_2_514"/>
          <p:cNvSpPr/>
          <p:nvPr/>
        </p:nvSpPr>
        <p:spPr>
          <a:xfrm>
            <a:off x="6004561" y="1005874"/>
            <a:ext cx="6172800" cy="99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cfa81c249f_2_514"/>
          <p:cNvSpPr txBox="1"/>
          <p:nvPr>
            <p:ph type="title"/>
          </p:nvPr>
        </p:nvSpPr>
        <p:spPr>
          <a:xfrm>
            <a:off x="6246054" y="1349865"/>
            <a:ext cx="5458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1" name="Google Shape;41;g3cfa81c249f_2_5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6" y="100587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F">
  <p:cSld name="División F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fa81c249f_2_605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" name="Google Shape;44;g3cfa81c249f_2_6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vertical izquierda">
  <p:cSld name="Franja vertical izquierda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fa81c249f_2_690"/>
          <p:cNvSpPr/>
          <p:nvPr/>
        </p:nvSpPr>
        <p:spPr>
          <a:xfrm flipH="1" rot="10800000">
            <a:off x="-7827" y="-82"/>
            <a:ext cx="6200700" cy="70902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cfa81c249f_2_690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cfa81c249f_2_690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9" name="Google Shape;49;g3cfa81c249f_2_6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6" y="17906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E">
  <p:cSld name="División E">
    <p:bg>
      <p:bgPr>
        <a:solidFill>
          <a:srgbClr val="5454E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a81c249f_2_775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" name="Google Shape;52;g3cfa81c249f_2_7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475179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">
  <p:cSld name="Portada A">
    <p:bg>
      <p:bgPr>
        <a:solidFill>
          <a:srgbClr val="5454E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/>
          <p:nvPr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4"/>
          <p:cNvSpPr/>
          <p:nvPr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4"/>
          <p:cNvSpPr txBox="1"/>
          <p:nvPr>
            <p:ph type="title"/>
          </p:nvPr>
        </p:nvSpPr>
        <p:spPr>
          <a:xfrm>
            <a:off x="696779" y="3048000"/>
            <a:ext cx="5397633" cy="14679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solidFill>
                  <a:srgbClr val="5454E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" type="body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3E829"/>
              </a:buClr>
              <a:buSzPts val="144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33A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AEC7"/>
              </a:buClr>
              <a:buSzPts val="1200"/>
              <a:buFont typeface="Merriweather Sans"/>
              <a:buChar char="‣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8" name="Google Shape;5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9291" y="841477"/>
            <a:ext cx="2374507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">
  <p:cSld name="Portada B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/>
          <p:nvPr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rgbClr val="4CBA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5"/>
          <p:cNvSpPr txBox="1"/>
          <p:nvPr>
            <p:ph type="title"/>
          </p:nvPr>
        </p:nvSpPr>
        <p:spPr>
          <a:xfrm>
            <a:off x="5430982" y="2078183"/>
            <a:ext cx="6400800" cy="1909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solidFill>
                  <a:srgbClr val="4CBA7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" type="body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3E829"/>
              </a:buClr>
              <a:buSzPts val="144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33A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AEC7"/>
              </a:buClr>
              <a:buSzPts val="1200"/>
              <a:buFont typeface="Merriweather Sans"/>
              <a:buChar char="‣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3" name="Google Shape;6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909" y="473679"/>
            <a:ext cx="2180713" cy="91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C">
  <p:cSld name="Portada C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/>
          <p:nvPr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88345" y="5381052"/>
            <a:ext cx="12908591" cy="154728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6"/>
          <p:cNvSpPr txBox="1"/>
          <p:nvPr>
            <p:ph type="title"/>
          </p:nvPr>
        </p:nvSpPr>
        <p:spPr>
          <a:xfrm>
            <a:off x="502816" y="2937092"/>
            <a:ext cx="8416331" cy="1317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solidFill>
                  <a:srgbClr val="5454E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3E829"/>
              </a:buClr>
              <a:buSzPts val="144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33A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AEC7"/>
              </a:buClr>
              <a:buSzPts val="1200"/>
              <a:buFont typeface="Merriweather Sans"/>
              <a:buChar char="‣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9" name="Google Shape;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909" y="473679"/>
            <a:ext cx="2180713" cy="91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D">
  <p:cSld name="Portada D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/>
          <p:nvPr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7"/>
          <p:cNvSpPr/>
          <p:nvPr>
            <p:ph idx="2" type="pic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7"/>
          <p:cNvSpPr/>
          <p:nvPr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7"/>
          <p:cNvSpPr/>
          <p:nvPr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7"/>
          <p:cNvSpPr txBox="1"/>
          <p:nvPr>
            <p:ph type="title"/>
          </p:nvPr>
        </p:nvSpPr>
        <p:spPr>
          <a:xfrm>
            <a:off x="779400" y="2222164"/>
            <a:ext cx="4056369" cy="20313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3E829"/>
              </a:buClr>
              <a:buSzPts val="144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33A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AEC7"/>
              </a:buClr>
              <a:buSzPts val="1200"/>
              <a:buFont typeface="Merriweather Sans"/>
              <a:buChar char="‣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7" name="Google Shape;7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9291" y="841477"/>
            <a:ext cx="2374507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E">
  <p:cSld name="Portada 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/>
          <p:nvPr>
            <p:ph idx="2" type="pic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8"/>
          <p:cNvSpPr/>
          <p:nvPr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/>
          <p:nvPr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8"/>
          <p:cNvSpPr txBox="1"/>
          <p:nvPr>
            <p:ph type="title"/>
          </p:nvPr>
        </p:nvSpPr>
        <p:spPr>
          <a:xfrm>
            <a:off x="775771" y="3085828"/>
            <a:ext cx="5318641" cy="150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844412" cy="11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F">
  <p:cSld name="Portada F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/>
          <p:nvPr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9"/>
          <p:cNvSpPr txBox="1"/>
          <p:nvPr>
            <p:ph type="title"/>
          </p:nvPr>
        </p:nvSpPr>
        <p:spPr>
          <a:xfrm>
            <a:off x="502816" y="1918474"/>
            <a:ext cx="6075405" cy="1317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7" name="Google Shape;8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80956" y="5552313"/>
            <a:ext cx="1676890" cy="9089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9"/>
          <p:cNvSpPr/>
          <p:nvPr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9"/>
          <p:cNvSpPr txBox="1"/>
          <p:nvPr>
            <p:ph idx="1" type="body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3E829"/>
              </a:buClr>
              <a:buSzPts val="144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33A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AEC7"/>
              </a:buClr>
              <a:buSzPts val="1200"/>
              <a:buFont typeface="Merriweather Sans"/>
              <a:buChar char="‣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0" name="Google Shape;9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909" y="5552313"/>
            <a:ext cx="2180713" cy="91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A">
  <p:cSld name="División A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/>
          <p:nvPr/>
        </p:nvSpPr>
        <p:spPr>
          <a:xfrm>
            <a:off x="2197290" y="5158854"/>
            <a:ext cx="10164600" cy="11073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1"/>
          <p:cNvSpPr txBox="1"/>
          <p:nvPr>
            <p:ph type="title"/>
          </p:nvPr>
        </p:nvSpPr>
        <p:spPr>
          <a:xfrm>
            <a:off x="2638867" y="5336273"/>
            <a:ext cx="9063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B">
  <p:cSld name="División B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/>
          <p:nvPr/>
        </p:nvSpPr>
        <p:spPr>
          <a:xfrm>
            <a:off x="5578475" y="-136525"/>
            <a:ext cx="6783300" cy="71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2"/>
          <p:cNvSpPr/>
          <p:nvPr>
            <p:ph idx="2" type="pic"/>
          </p:nvPr>
        </p:nvSpPr>
        <p:spPr>
          <a:xfrm>
            <a:off x="5578353" y="-136525"/>
            <a:ext cx="6783300" cy="71310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42"/>
          <p:cNvSpPr/>
          <p:nvPr/>
        </p:nvSpPr>
        <p:spPr>
          <a:xfrm>
            <a:off x="2197290" y="5158854"/>
            <a:ext cx="10164600" cy="11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2"/>
          <p:cNvSpPr txBox="1"/>
          <p:nvPr>
            <p:ph type="title"/>
          </p:nvPr>
        </p:nvSpPr>
        <p:spPr>
          <a:xfrm>
            <a:off x="2638867" y="5336273"/>
            <a:ext cx="9063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1" name="Google Shape;10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C">
  <p:cSld name="División C">
    <p:bg>
      <p:bgPr>
        <a:solidFill>
          <a:srgbClr val="5454E9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3"/>
          <p:cNvSpPr/>
          <p:nvPr/>
        </p:nvSpPr>
        <p:spPr>
          <a:xfrm>
            <a:off x="5213445" y="5786654"/>
            <a:ext cx="6975300" cy="1064400"/>
          </a:xfrm>
          <a:prstGeom prst="rect">
            <a:avLst/>
          </a:prstGeom>
          <a:solidFill>
            <a:srgbClr val="4CBA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3"/>
          <p:cNvSpPr/>
          <p:nvPr/>
        </p:nvSpPr>
        <p:spPr>
          <a:xfrm>
            <a:off x="3903260" y="4616244"/>
            <a:ext cx="8285700" cy="155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258788" y="4858604"/>
            <a:ext cx="76284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43"/>
          <p:cNvSpPr txBox="1"/>
          <p:nvPr/>
        </p:nvSpPr>
        <p:spPr>
          <a:xfrm>
            <a:off x="5595582" y="6318917"/>
            <a:ext cx="6291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 para agregar texto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9291" y="592095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D">
  <p:cSld name="División D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/>
          <p:nvPr/>
        </p:nvSpPr>
        <p:spPr>
          <a:xfrm>
            <a:off x="-122830" y="2006221"/>
            <a:ext cx="12484800" cy="49542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4"/>
          <p:cNvSpPr/>
          <p:nvPr/>
        </p:nvSpPr>
        <p:spPr>
          <a:xfrm>
            <a:off x="-122830" y="1276065"/>
            <a:ext cx="8761800" cy="730200"/>
          </a:xfrm>
          <a:prstGeom prst="rect">
            <a:avLst/>
          </a:prstGeom>
          <a:solidFill>
            <a:srgbClr val="865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4"/>
          <p:cNvSpPr txBox="1"/>
          <p:nvPr>
            <p:ph type="title"/>
          </p:nvPr>
        </p:nvSpPr>
        <p:spPr>
          <a:xfrm>
            <a:off x="642131" y="1269242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2" name="Google Shape;11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5767615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E">
  <p:cSld name="División E">
    <p:bg>
      <p:bgPr>
        <a:solidFill>
          <a:srgbClr val="5454E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5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5" name="Google Shape;11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475179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ión F">
  <p:cSld name="División F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6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8" name="Google Shape;11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co_der_sup">
  <p:cSld name="2_blanco_der_sup">
    <p:bg>
      <p:bgPr>
        <a:solidFill>
          <a:srgbClr val="4CB97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0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1" name="Google Shape;12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475179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co_der_sup">
  <p:cSld name="3_blanco_der_sup">
    <p:bg>
      <p:bgPr>
        <a:solidFill>
          <a:srgbClr val="E2EB5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1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4" name="Google Shape;12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9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co_der_sup">
  <p:cSld name="4_blanco_der_sup">
    <p:bg>
      <p:bgPr>
        <a:solidFill>
          <a:srgbClr val="F0681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2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475179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co_der_sup">
  <p:cSld name="5_blanco_der_sup">
    <p:bg>
      <p:bgPr>
        <a:solidFill>
          <a:srgbClr val="855CF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3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0" name="Google Shape;130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764" y="475179"/>
            <a:ext cx="2177121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_izq_inf">
  <p:cSld name="blanco_izq_inf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4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4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E968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co_izq_inf">
  <p:cSld name="4_blanco_izq_inf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5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E2EB5F"/>
          </a:solidFill>
          <a:ln cap="flat" cmpd="sng" w="12700">
            <a:solidFill>
              <a:srgbClr val="E2EB5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5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co_izq_inf">
  <p:cSld name="5_blanco_izq_inf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6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4CB978"/>
          </a:solidFill>
          <a:ln cap="flat" cmpd="sng" w="12700">
            <a:solidFill>
              <a:srgbClr val="4CB9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6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855CF0"/>
          </a:solidFill>
          <a:ln cap="flat" cmpd="sng" w="9525">
            <a:solidFill>
              <a:srgbClr val="855C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co_izq_inf">
  <p:cSld name="6_blanco_izq_inf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7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855CF0"/>
          </a:solidFill>
          <a:ln cap="flat" cmpd="sng" w="12700">
            <a:solidFill>
              <a:srgbClr val="855C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7"/>
          <p:cNvSpPr/>
          <p:nvPr/>
        </p:nvSpPr>
        <p:spPr>
          <a:xfrm flipH="1" rot="10800000">
            <a:off x="4381687" y="5801978"/>
            <a:ext cx="7807200" cy="647700"/>
          </a:xfrm>
          <a:prstGeom prst="rect">
            <a:avLst/>
          </a:prstGeom>
          <a:solidFill>
            <a:srgbClr val="E2EB5F"/>
          </a:solidFill>
          <a:ln cap="flat" cmpd="sng" w="9525">
            <a:solidFill>
              <a:srgbClr val="E2EB5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642" y="112324"/>
            <a:ext cx="2176556" cy="90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co_izq_inf">
  <p:cSld name="7_blanco_izq_inf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8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8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E968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642" y="112324"/>
            <a:ext cx="2176556" cy="90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8"/>
          <p:cNvPicPr preferRelativeResize="0"/>
          <p:nvPr/>
        </p:nvPicPr>
        <p:blipFill rotWithShape="1">
          <a:blip r:embed="rId3">
            <a:alphaModFix/>
          </a:blip>
          <a:srcRect b="0" l="0" r="48165" t="0"/>
          <a:stretch/>
        </p:blipFill>
        <p:spPr>
          <a:xfrm>
            <a:off x="9674332" y="806196"/>
            <a:ext cx="2514492" cy="485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co_izq_inf">
  <p:cSld name="8_blanco_izq_inf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9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E2EB5F"/>
          </a:solidFill>
          <a:ln cap="flat" cmpd="sng" w="12700">
            <a:solidFill>
              <a:srgbClr val="E2EB5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9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9"/>
          <p:cNvPicPr preferRelativeResize="0"/>
          <p:nvPr/>
        </p:nvPicPr>
        <p:blipFill rotWithShape="1">
          <a:blip r:embed="rId2">
            <a:alphaModFix/>
          </a:blip>
          <a:srcRect b="0" l="0" r="48165" t="0"/>
          <a:stretch/>
        </p:blipFill>
        <p:spPr>
          <a:xfrm>
            <a:off x="9674332" y="806196"/>
            <a:ext cx="2514492" cy="48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co_izq_inf">
  <p:cSld name="9_blanco_izq_inf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0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4CB978"/>
          </a:solidFill>
          <a:ln cap="flat" cmpd="sng" w="12700">
            <a:solidFill>
              <a:srgbClr val="4CB9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0"/>
          <p:cNvSpPr/>
          <p:nvPr/>
        </p:nvSpPr>
        <p:spPr>
          <a:xfrm flipH="1" rot="10800000">
            <a:off x="4381687" y="5788725"/>
            <a:ext cx="7807200" cy="647700"/>
          </a:xfrm>
          <a:prstGeom prst="rect">
            <a:avLst/>
          </a:prstGeom>
          <a:solidFill>
            <a:srgbClr val="855CF0"/>
          </a:solidFill>
          <a:ln cap="flat" cmpd="sng" w="9525">
            <a:solidFill>
              <a:srgbClr val="855C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70"/>
          <p:cNvPicPr preferRelativeResize="0"/>
          <p:nvPr/>
        </p:nvPicPr>
        <p:blipFill rotWithShape="1">
          <a:blip r:embed="rId2">
            <a:alphaModFix/>
          </a:blip>
          <a:srcRect b="0" l="0" r="48165" t="0"/>
          <a:stretch/>
        </p:blipFill>
        <p:spPr>
          <a:xfrm>
            <a:off x="9674332" y="806196"/>
            <a:ext cx="2514492" cy="48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co_izq_inf">
  <p:cSld name="10_blanco_izq_inf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1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855CF0"/>
          </a:solidFill>
          <a:ln cap="flat" cmpd="sng" w="12700">
            <a:solidFill>
              <a:srgbClr val="855C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1"/>
          <p:cNvSpPr/>
          <p:nvPr/>
        </p:nvSpPr>
        <p:spPr>
          <a:xfrm flipH="1" rot="10800000">
            <a:off x="4381687" y="5801978"/>
            <a:ext cx="7807200" cy="647700"/>
          </a:xfrm>
          <a:prstGeom prst="rect">
            <a:avLst/>
          </a:prstGeom>
          <a:solidFill>
            <a:srgbClr val="E2EB5F"/>
          </a:solidFill>
          <a:ln cap="flat" cmpd="sng" w="9525">
            <a:solidFill>
              <a:srgbClr val="E2EB5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71"/>
          <p:cNvPicPr preferRelativeResize="0"/>
          <p:nvPr/>
        </p:nvPicPr>
        <p:blipFill rotWithShape="1">
          <a:blip r:embed="rId2">
            <a:alphaModFix/>
          </a:blip>
          <a:srcRect b="0" l="0" r="48165" t="0"/>
          <a:stretch/>
        </p:blipFill>
        <p:spPr>
          <a:xfrm>
            <a:off x="9674332" y="806196"/>
            <a:ext cx="2514492" cy="48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co_izq_inf">
  <p:cSld name="11_blanco_izq_inf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2"/>
          <p:cNvSpPr/>
          <p:nvPr/>
        </p:nvSpPr>
        <p:spPr>
          <a:xfrm>
            <a:off x="7719611" y="0"/>
            <a:ext cx="4469100" cy="6858000"/>
          </a:xfrm>
          <a:prstGeom prst="roundRect">
            <a:avLst>
              <a:gd fmla="val 0" name="adj"/>
            </a:avLst>
          </a:prstGeom>
          <a:solidFill>
            <a:srgbClr val="F0681A"/>
          </a:solidFill>
          <a:ln cap="flat" cmpd="sng" w="12700">
            <a:solidFill>
              <a:srgbClr val="F068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2"/>
          <p:cNvSpPr/>
          <p:nvPr/>
        </p:nvSpPr>
        <p:spPr>
          <a:xfrm flipH="1" rot="10800000">
            <a:off x="4381687" y="5801978"/>
            <a:ext cx="7807200" cy="647700"/>
          </a:xfrm>
          <a:prstGeom prst="rect">
            <a:avLst/>
          </a:prstGeom>
          <a:solidFill>
            <a:srgbClr val="4CB978"/>
          </a:solidFill>
          <a:ln cap="flat" cmpd="sng" w="9525">
            <a:solidFill>
              <a:srgbClr val="4CB9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72"/>
          <p:cNvPicPr preferRelativeResize="0"/>
          <p:nvPr/>
        </p:nvPicPr>
        <p:blipFill rotWithShape="1">
          <a:blip r:embed="rId2">
            <a:alphaModFix/>
          </a:blip>
          <a:srcRect b="0" l="0" r="48165" t="0"/>
          <a:stretch/>
        </p:blipFill>
        <p:spPr>
          <a:xfrm>
            <a:off x="9674332" y="806196"/>
            <a:ext cx="2514492" cy="48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27" y="47367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a sin logo">
  <p:cSld name="Blanca sin logo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8"/>
          <p:cNvSpPr txBox="1"/>
          <p:nvPr>
            <p:ph type="title"/>
          </p:nvPr>
        </p:nvSpPr>
        <p:spPr>
          <a:xfrm>
            <a:off x="304801" y="1676852"/>
            <a:ext cx="1137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48"/>
          <p:cNvSpPr txBox="1"/>
          <p:nvPr>
            <p:ph idx="1" type="body"/>
          </p:nvPr>
        </p:nvSpPr>
        <p:spPr>
          <a:xfrm>
            <a:off x="304801" y="2535615"/>
            <a:ext cx="11371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6" name="Google Shape;17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2" y="327161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con logo">
  <p:cSld name="Franja azul con logo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/>
          <p:nvPr/>
        </p:nvSpPr>
        <p:spPr>
          <a:xfrm>
            <a:off x="-74459" y="-42205"/>
            <a:ext cx="12337800" cy="15474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7" y="395158"/>
            <a:ext cx="1242269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9"/>
          <p:cNvSpPr txBox="1"/>
          <p:nvPr>
            <p:ph idx="1" type="body"/>
          </p:nvPr>
        </p:nvSpPr>
        <p:spPr>
          <a:xfrm>
            <a:off x="304801" y="2799327"/>
            <a:ext cx="113715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49"/>
          <p:cNvSpPr/>
          <p:nvPr/>
        </p:nvSpPr>
        <p:spPr>
          <a:xfrm>
            <a:off x="-42578" y="1505131"/>
            <a:ext cx="7554600" cy="8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9"/>
          <p:cNvSpPr txBox="1"/>
          <p:nvPr>
            <p:ph type="title"/>
          </p:nvPr>
        </p:nvSpPr>
        <p:spPr>
          <a:xfrm>
            <a:off x="304802" y="1757162"/>
            <a:ext cx="705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3" name="Google Shape;18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596" y="331282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vertical derecha">
  <p:cSld name="Franja vertical derecha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0"/>
          <p:cNvSpPr txBox="1"/>
          <p:nvPr>
            <p:ph type="title"/>
          </p:nvPr>
        </p:nvSpPr>
        <p:spPr>
          <a:xfrm>
            <a:off x="304802" y="1726494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50"/>
          <p:cNvSpPr txBox="1"/>
          <p:nvPr>
            <p:ph idx="1" type="body"/>
          </p:nvPr>
        </p:nvSpPr>
        <p:spPr>
          <a:xfrm>
            <a:off x="304802" y="2862776"/>
            <a:ext cx="55755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50"/>
          <p:cNvSpPr/>
          <p:nvPr/>
        </p:nvSpPr>
        <p:spPr>
          <a:xfrm flipH="1" rot="10800000">
            <a:off x="6094413" y="-126693"/>
            <a:ext cx="6200700" cy="70902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0"/>
          <p:cNvSpPr/>
          <p:nvPr/>
        </p:nvSpPr>
        <p:spPr>
          <a:xfrm flipH="1" rot="10800000">
            <a:off x="4485993" y="6315806"/>
            <a:ext cx="7809300" cy="647700"/>
          </a:xfrm>
          <a:prstGeom prst="rect">
            <a:avLst/>
          </a:prstGeom>
          <a:solidFill>
            <a:srgbClr val="E968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2" y="327161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vertical izquierda">
  <p:cSld name="Franja vertical izquierda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1"/>
          <p:cNvSpPr/>
          <p:nvPr/>
        </p:nvSpPr>
        <p:spPr>
          <a:xfrm flipH="1" rot="10800000">
            <a:off x="-7827" y="-82"/>
            <a:ext cx="6200700" cy="70902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1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51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6" y="17906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amplia">
  <p:cSld name="Franja azul amplia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/>
          <p:nvPr/>
        </p:nvSpPr>
        <p:spPr>
          <a:xfrm>
            <a:off x="-42578" y="-42204"/>
            <a:ext cx="12337800" cy="55785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7" y="395158"/>
            <a:ext cx="1242269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2"/>
          <p:cNvSpPr txBox="1"/>
          <p:nvPr>
            <p:ph type="title"/>
          </p:nvPr>
        </p:nvSpPr>
        <p:spPr>
          <a:xfrm>
            <a:off x="304802" y="1527577"/>
            <a:ext cx="705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9" name="Google Shape;19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55" y="252618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vertical con foto">
  <p:cSld name="Franja vertical con foto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3"/>
          <p:cNvSpPr/>
          <p:nvPr/>
        </p:nvSpPr>
        <p:spPr>
          <a:xfrm>
            <a:off x="6094412" y="-136525"/>
            <a:ext cx="6234600" cy="710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3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53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53"/>
          <p:cNvSpPr/>
          <p:nvPr>
            <p:ph idx="2" type="pic"/>
          </p:nvPr>
        </p:nvSpPr>
        <p:spPr>
          <a:xfrm>
            <a:off x="6096805" y="-136526"/>
            <a:ext cx="6232500" cy="7101300"/>
          </a:xfrm>
          <a:prstGeom prst="rect">
            <a:avLst/>
          </a:prstGeom>
          <a:noFill/>
          <a:ln>
            <a:noFill/>
          </a:ln>
        </p:spPr>
      </p:sp>
      <p:pic>
        <p:nvPicPr>
          <p:cNvPr id="205" name="Google Shape;20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9688" y="20054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y franja verde">
  <p:cSld name="Franja azul y franja verd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4"/>
          <p:cNvSpPr/>
          <p:nvPr/>
        </p:nvSpPr>
        <p:spPr>
          <a:xfrm>
            <a:off x="-42578" y="-42204"/>
            <a:ext cx="12337800" cy="13638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7" y="395158"/>
            <a:ext cx="1242269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4"/>
          <p:cNvSpPr txBox="1"/>
          <p:nvPr>
            <p:ph idx="1" type="body"/>
          </p:nvPr>
        </p:nvSpPr>
        <p:spPr>
          <a:xfrm>
            <a:off x="304801" y="2473373"/>
            <a:ext cx="11371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54"/>
          <p:cNvSpPr/>
          <p:nvPr/>
        </p:nvSpPr>
        <p:spPr>
          <a:xfrm>
            <a:off x="4740438" y="1321729"/>
            <a:ext cx="7554600" cy="8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4"/>
          <p:cNvSpPr txBox="1"/>
          <p:nvPr>
            <p:ph type="title"/>
          </p:nvPr>
        </p:nvSpPr>
        <p:spPr>
          <a:xfrm>
            <a:off x="4991500" y="1573760"/>
            <a:ext cx="66846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291" y="14074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azul grande y franja amarillo">
  <p:cSld name="Franja azul grande y franja amarillo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/>
          <p:nvPr/>
        </p:nvSpPr>
        <p:spPr>
          <a:xfrm>
            <a:off x="-42578" y="-42204"/>
            <a:ext cx="12337800" cy="26166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5"/>
          <p:cNvSpPr txBox="1"/>
          <p:nvPr>
            <p:ph idx="1" type="body"/>
          </p:nvPr>
        </p:nvSpPr>
        <p:spPr>
          <a:xfrm>
            <a:off x="262596" y="3651318"/>
            <a:ext cx="113715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55"/>
          <p:cNvSpPr/>
          <p:nvPr/>
        </p:nvSpPr>
        <p:spPr>
          <a:xfrm>
            <a:off x="-42578" y="2402937"/>
            <a:ext cx="7554600" cy="89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5"/>
          <p:cNvSpPr txBox="1"/>
          <p:nvPr>
            <p:ph type="title"/>
          </p:nvPr>
        </p:nvSpPr>
        <p:spPr>
          <a:xfrm>
            <a:off x="304800" y="1597798"/>
            <a:ext cx="113715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55"/>
          <p:cNvSpPr txBox="1"/>
          <p:nvPr>
            <p:ph idx="2" type="body"/>
          </p:nvPr>
        </p:nvSpPr>
        <p:spPr>
          <a:xfrm>
            <a:off x="262596" y="2656772"/>
            <a:ext cx="6954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9" name="Google Shape;219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6" y="331282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a la izquierda">
  <p:cSld name="Foto a la izquierda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6"/>
          <p:cNvSpPr/>
          <p:nvPr/>
        </p:nvSpPr>
        <p:spPr>
          <a:xfrm>
            <a:off x="-197323" y="-123191"/>
            <a:ext cx="6064800" cy="71013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6"/>
          <p:cNvSpPr/>
          <p:nvPr>
            <p:ph idx="2" type="pic"/>
          </p:nvPr>
        </p:nvSpPr>
        <p:spPr>
          <a:xfrm>
            <a:off x="-196850" y="-136525"/>
            <a:ext cx="6064200" cy="71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56"/>
          <p:cNvSpPr txBox="1"/>
          <p:nvPr>
            <p:ph type="title"/>
          </p:nvPr>
        </p:nvSpPr>
        <p:spPr>
          <a:xfrm>
            <a:off x="6238193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56"/>
          <p:cNvSpPr txBox="1"/>
          <p:nvPr>
            <p:ph idx="1" type="body"/>
          </p:nvPr>
        </p:nvSpPr>
        <p:spPr>
          <a:xfrm>
            <a:off x="6238193" y="2208628"/>
            <a:ext cx="5575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56"/>
          <p:cNvSpPr/>
          <p:nvPr/>
        </p:nvSpPr>
        <p:spPr>
          <a:xfrm>
            <a:off x="-197323" y="6132880"/>
            <a:ext cx="7554600" cy="8589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9434" y="200549"/>
            <a:ext cx="2180715" cy="91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completa">
  <p:cSld name="Foto completa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7"/>
          <p:cNvSpPr/>
          <p:nvPr/>
        </p:nvSpPr>
        <p:spPr>
          <a:xfrm>
            <a:off x="0" y="-125413"/>
            <a:ext cx="12317400" cy="71532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787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7"/>
          <p:cNvSpPr/>
          <p:nvPr>
            <p:ph idx="2" type="pic"/>
          </p:nvPr>
        </p:nvSpPr>
        <p:spPr>
          <a:xfrm>
            <a:off x="1" y="-125413"/>
            <a:ext cx="12317400" cy="71532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57"/>
          <p:cNvSpPr/>
          <p:nvPr/>
        </p:nvSpPr>
        <p:spPr>
          <a:xfrm>
            <a:off x="938621" y="2236765"/>
            <a:ext cx="5877300" cy="431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7"/>
          <p:cNvSpPr/>
          <p:nvPr/>
        </p:nvSpPr>
        <p:spPr>
          <a:xfrm>
            <a:off x="938621" y="1006291"/>
            <a:ext cx="5877300" cy="12726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7"/>
          <p:cNvSpPr txBox="1"/>
          <p:nvPr>
            <p:ph type="title"/>
          </p:nvPr>
        </p:nvSpPr>
        <p:spPr>
          <a:xfrm>
            <a:off x="1398907" y="1349865"/>
            <a:ext cx="5058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57"/>
          <p:cNvSpPr txBox="1"/>
          <p:nvPr>
            <p:ph idx="1" type="body"/>
          </p:nvPr>
        </p:nvSpPr>
        <p:spPr>
          <a:xfrm>
            <a:off x="1398907" y="2518118"/>
            <a:ext cx="50583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54E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nja completa y foto">
  <p:cSld name="Franja completa y foto">
    <p:bg>
      <p:bgPr>
        <a:solidFill>
          <a:srgbClr val="5454E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8"/>
          <p:cNvSpPr/>
          <p:nvPr>
            <p:ph idx="2" type="pic"/>
          </p:nvPr>
        </p:nvSpPr>
        <p:spPr>
          <a:xfrm>
            <a:off x="6094413" y="-161925"/>
            <a:ext cx="6240600" cy="71532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58"/>
          <p:cNvSpPr txBox="1"/>
          <p:nvPr>
            <p:ph type="title"/>
          </p:nvPr>
        </p:nvSpPr>
        <p:spPr>
          <a:xfrm>
            <a:off x="304802" y="1876338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58"/>
          <p:cNvSpPr txBox="1"/>
          <p:nvPr>
            <p:ph idx="1" type="body"/>
          </p:nvPr>
        </p:nvSpPr>
        <p:spPr>
          <a:xfrm>
            <a:off x="304802" y="2735101"/>
            <a:ext cx="5575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58"/>
          <p:cNvSpPr/>
          <p:nvPr/>
        </p:nvSpPr>
        <p:spPr>
          <a:xfrm>
            <a:off x="5501830" y="6132880"/>
            <a:ext cx="6962100" cy="8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3655" y="252618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zul completo">
  <p:cSld name="Azul completo">
    <p:bg>
      <p:bgPr>
        <a:solidFill>
          <a:srgbClr val="5454E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9"/>
          <p:cNvSpPr/>
          <p:nvPr/>
        </p:nvSpPr>
        <p:spPr>
          <a:xfrm>
            <a:off x="6004561" y="1005874"/>
            <a:ext cx="6172800" cy="99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9"/>
          <p:cNvSpPr txBox="1"/>
          <p:nvPr>
            <p:ph type="title"/>
          </p:nvPr>
        </p:nvSpPr>
        <p:spPr>
          <a:xfrm>
            <a:off x="6246054" y="1349865"/>
            <a:ext cx="5458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43" name="Google Shape;24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596" y="1005873"/>
            <a:ext cx="2374509" cy="9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fdac14a86_6_210"/>
          <p:cNvSpPr txBox="1"/>
          <p:nvPr>
            <p:ph type="ctrTitle"/>
          </p:nvPr>
        </p:nvSpPr>
        <p:spPr>
          <a:xfrm>
            <a:off x="1523603" y="1122363"/>
            <a:ext cx="9141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g3cfdac14a86_6_210"/>
          <p:cNvSpPr txBox="1"/>
          <p:nvPr>
            <p:ph idx="1" type="subTitle"/>
          </p:nvPr>
        </p:nvSpPr>
        <p:spPr>
          <a:xfrm>
            <a:off x="1523603" y="3602038"/>
            <a:ext cx="9141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g3cfdac14a86_6_210"/>
          <p:cNvSpPr txBox="1"/>
          <p:nvPr>
            <p:ph idx="10" type="dt"/>
          </p:nvPr>
        </p:nvSpPr>
        <p:spPr>
          <a:xfrm>
            <a:off x="837982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g3cfdac14a86_6_210"/>
          <p:cNvSpPr txBox="1"/>
          <p:nvPr>
            <p:ph idx="11" type="ftr"/>
          </p:nvPr>
        </p:nvSpPr>
        <p:spPr>
          <a:xfrm>
            <a:off x="4037548" y="6356350"/>
            <a:ext cx="411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g3cfdac14a86_6_210"/>
          <p:cNvSpPr txBox="1"/>
          <p:nvPr>
            <p:ph idx="12" type="sldNum"/>
          </p:nvPr>
        </p:nvSpPr>
        <p:spPr>
          <a:xfrm>
            <a:off x="8608358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33.xml"/><Relationship Id="rId6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800"/>
          </a:schemeClr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"/>
          <p:cNvSpPr txBox="1"/>
          <p:nvPr>
            <p:ph type="title"/>
          </p:nvPr>
        </p:nvSpPr>
        <p:spPr>
          <a:xfrm>
            <a:off x="696779" y="3048000"/>
            <a:ext cx="53976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Casos de aplicación</a:t>
            </a:r>
            <a:endParaRPr/>
          </a:p>
        </p:txBody>
      </p:sp>
      <p:sp>
        <p:nvSpPr>
          <p:cNvPr id="255" name="Google Shape;255;p1"/>
          <p:cNvSpPr txBox="1"/>
          <p:nvPr>
            <p:ph idx="1" type="body"/>
          </p:nvPr>
        </p:nvSpPr>
        <p:spPr>
          <a:xfrm>
            <a:off x="696779" y="4942976"/>
            <a:ext cx="3736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>
                <a:solidFill>
                  <a:schemeClr val="dk1"/>
                </a:solidFill>
              </a:rPr>
              <a:t>2026- 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5eb17ec41_0_0"/>
          <p:cNvSpPr txBox="1"/>
          <p:nvPr>
            <p:ph type="title"/>
          </p:nvPr>
        </p:nvSpPr>
        <p:spPr>
          <a:xfrm>
            <a:off x="5430982" y="2078183"/>
            <a:ext cx="64008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Proyecto No. 1</a:t>
            </a:r>
            <a:endParaRPr/>
          </a:p>
        </p:txBody>
      </p:sp>
      <p:sp>
        <p:nvSpPr>
          <p:cNvPr id="261" name="Google Shape;261;g395eb17ec41_0_0"/>
          <p:cNvSpPr txBox="1"/>
          <p:nvPr>
            <p:ph idx="1" type="body"/>
          </p:nvPr>
        </p:nvSpPr>
        <p:spPr>
          <a:xfrm>
            <a:off x="5425029" y="4139088"/>
            <a:ext cx="6411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CO">
                <a:solidFill>
                  <a:schemeClr val="dk2"/>
                </a:solidFill>
              </a:rPr>
              <a:t>Clasificación de inventarios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2" name="Google Shape;262;g395eb17ec41_0_0"/>
          <p:cNvSpPr txBox="1"/>
          <p:nvPr>
            <p:ph idx="1" type="body"/>
          </p:nvPr>
        </p:nvSpPr>
        <p:spPr>
          <a:xfrm>
            <a:off x="2737247" y="6167424"/>
            <a:ext cx="64116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O" sz="1200">
                <a:solidFill>
                  <a:schemeClr val="lt1"/>
                </a:solidFill>
              </a:rPr>
              <a:t>Maria, Marcos y Juan. </a:t>
            </a:r>
            <a:endParaRPr sz="1200">
              <a:solidFill>
                <a:schemeClr val="lt1"/>
              </a:solidFill>
            </a:endParaRPr>
          </a:p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O" sz="1200">
                <a:solidFill>
                  <a:schemeClr val="lt1"/>
                </a:solidFill>
              </a:rPr>
              <a:t>Empresa 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"/>
          <p:cNvSpPr txBox="1"/>
          <p:nvPr>
            <p:ph type="title"/>
          </p:nvPr>
        </p:nvSpPr>
        <p:spPr>
          <a:xfrm>
            <a:off x="502816" y="2937092"/>
            <a:ext cx="84162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8" name="Google Shape;268;p3"/>
          <p:cNvSpPr txBox="1"/>
          <p:nvPr>
            <p:ph idx="1" type="body"/>
          </p:nvPr>
        </p:nvSpPr>
        <p:spPr>
          <a:xfrm>
            <a:off x="488455" y="4766150"/>
            <a:ext cx="84306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"/>
          <p:cNvSpPr txBox="1"/>
          <p:nvPr>
            <p:ph type="title"/>
          </p:nvPr>
        </p:nvSpPr>
        <p:spPr>
          <a:xfrm>
            <a:off x="779400" y="2222164"/>
            <a:ext cx="40563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4"/>
          <p:cNvSpPr txBox="1"/>
          <p:nvPr>
            <p:ph idx="1" type="body"/>
          </p:nvPr>
        </p:nvSpPr>
        <p:spPr>
          <a:xfrm>
            <a:off x="779400" y="5583810"/>
            <a:ext cx="5484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"/>
          <p:cNvSpPr txBox="1"/>
          <p:nvPr>
            <p:ph idx="1" type="body"/>
          </p:nvPr>
        </p:nvSpPr>
        <p:spPr>
          <a:xfrm>
            <a:off x="779400" y="4451044"/>
            <a:ext cx="4056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/>
          <p:nvPr>
            <p:ph type="title"/>
          </p:nvPr>
        </p:nvSpPr>
        <p:spPr>
          <a:xfrm>
            <a:off x="775771" y="3085828"/>
            <a:ext cx="53187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 txBox="1"/>
          <p:nvPr>
            <p:ph idx="1" type="body"/>
          </p:nvPr>
        </p:nvSpPr>
        <p:spPr>
          <a:xfrm>
            <a:off x="761410" y="4930689"/>
            <a:ext cx="36606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/>
          <p:nvPr>
            <p:ph type="title"/>
          </p:nvPr>
        </p:nvSpPr>
        <p:spPr>
          <a:xfrm>
            <a:off x="502816" y="1918474"/>
            <a:ext cx="60753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 txBox="1"/>
          <p:nvPr>
            <p:ph idx="1" type="body"/>
          </p:nvPr>
        </p:nvSpPr>
        <p:spPr>
          <a:xfrm>
            <a:off x="5715547" y="30415"/>
            <a:ext cx="6048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>
            <p:ph idx="1" type="body"/>
          </p:nvPr>
        </p:nvSpPr>
        <p:spPr>
          <a:xfrm>
            <a:off x="529398" y="3488320"/>
            <a:ext cx="6048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5612" lvl="0" marL="455612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2638867" y="5336273"/>
            <a:ext cx="9063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"/>
          <p:cNvSpPr txBox="1"/>
          <p:nvPr>
            <p:ph type="title"/>
          </p:nvPr>
        </p:nvSpPr>
        <p:spPr>
          <a:xfrm>
            <a:off x="2638867" y="5336273"/>
            <a:ext cx="9063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/>
          <p:nvPr>
            <p:ph type="title"/>
          </p:nvPr>
        </p:nvSpPr>
        <p:spPr>
          <a:xfrm>
            <a:off x="2638867" y="5336273"/>
            <a:ext cx="9063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>
            <p:ph type="title"/>
          </p:nvPr>
        </p:nvSpPr>
        <p:spPr>
          <a:xfrm>
            <a:off x="4258788" y="4858604"/>
            <a:ext cx="76284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>
            <p:ph type="title"/>
          </p:nvPr>
        </p:nvSpPr>
        <p:spPr>
          <a:xfrm>
            <a:off x="642131" y="1269242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/>
          <p:nvPr>
            <p:ph type="title"/>
          </p:nvPr>
        </p:nvSpPr>
        <p:spPr>
          <a:xfrm>
            <a:off x="488456" y="3794078"/>
            <a:ext cx="7628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-98473" y="3425539"/>
            <a:ext cx="12407700" cy="356610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3233738" y="2739683"/>
            <a:ext cx="2658900" cy="304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6162675" y="2739683"/>
            <a:ext cx="2658900" cy="304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9048751" y="2739683"/>
            <a:ext cx="2658900" cy="304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04801" y="2739683"/>
            <a:ext cx="2658900" cy="304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 txBox="1"/>
          <p:nvPr>
            <p:ph type="title"/>
          </p:nvPr>
        </p:nvSpPr>
        <p:spPr>
          <a:xfrm>
            <a:off x="304801" y="1676852"/>
            <a:ext cx="1137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304801" y="2739683"/>
            <a:ext cx="2658900" cy="6894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rgbClr val="5454E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06437" y="2897945"/>
            <a:ext cx="23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3230881" y="2739683"/>
            <a:ext cx="2658900" cy="6894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E4EB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3432517" y="2897945"/>
            <a:ext cx="23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142894" y="2739683"/>
            <a:ext cx="2658900" cy="6894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E9683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6344530" y="2897945"/>
            <a:ext cx="23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9040839" y="2739683"/>
            <a:ext cx="2658900" cy="689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CBA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9242475" y="2897945"/>
            <a:ext cx="23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 txBox="1"/>
          <p:nvPr>
            <p:ph idx="1" type="body"/>
          </p:nvPr>
        </p:nvSpPr>
        <p:spPr>
          <a:xfrm>
            <a:off x="304801" y="2799327"/>
            <a:ext cx="113715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 txBox="1"/>
          <p:nvPr>
            <p:ph type="title"/>
          </p:nvPr>
        </p:nvSpPr>
        <p:spPr>
          <a:xfrm>
            <a:off x="304802" y="1757162"/>
            <a:ext cx="705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 txBox="1"/>
          <p:nvPr>
            <p:ph type="title"/>
          </p:nvPr>
        </p:nvSpPr>
        <p:spPr>
          <a:xfrm>
            <a:off x="304802" y="1726494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 txBox="1"/>
          <p:nvPr>
            <p:ph idx="1" type="body"/>
          </p:nvPr>
        </p:nvSpPr>
        <p:spPr>
          <a:xfrm>
            <a:off x="304802" y="2862776"/>
            <a:ext cx="55755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graphicFrame>
        <p:nvGraphicFramePr>
          <p:cNvPr id="360" name="Google Shape;360;p18"/>
          <p:cNvGraphicFramePr/>
          <p:nvPr/>
        </p:nvGraphicFramePr>
        <p:xfrm>
          <a:off x="7191692" y="803318"/>
          <a:ext cx="4062900" cy="52515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 txBox="1"/>
          <p:nvPr>
            <p:ph type="title"/>
          </p:nvPr>
        </p:nvSpPr>
        <p:spPr>
          <a:xfrm>
            <a:off x="304802" y="1527577"/>
            <a:ext cx="705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0"/>
          <p:cNvGraphicFramePr/>
          <p:nvPr/>
        </p:nvGraphicFramePr>
        <p:xfrm>
          <a:off x="3876373" y="790074"/>
          <a:ext cx="7446300" cy="52779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idx="1" type="body"/>
          </p:nvPr>
        </p:nvSpPr>
        <p:spPr>
          <a:xfrm>
            <a:off x="304801" y="2473373"/>
            <a:ext cx="11371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 txBox="1"/>
          <p:nvPr>
            <p:ph type="title"/>
          </p:nvPr>
        </p:nvSpPr>
        <p:spPr>
          <a:xfrm>
            <a:off x="4991500" y="1573760"/>
            <a:ext cx="66846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/>
          <p:nvPr/>
        </p:nvSpPr>
        <p:spPr>
          <a:xfrm>
            <a:off x="6789235" y="513347"/>
            <a:ext cx="4841400" cy="1197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5454E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6789235" y="2069431"/>
            <a:ext cx="4841400" cy="1197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5454E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789235" y="3625515"/>
            <a:ext cx="4841400" cy="1197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5454E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6789235" y="5181600"/>
            <a:ext cx="4841400" cy="1197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5454E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4"/>
          <p:cNvSpPr txBox="1"/>
          <p:nvPr>
            <p:ph type="title"/>
          </p:nvPr>
        </p:nvSpPr>
        <p:spPr>
          <a:xfrm>
            <a:off x="304802" y="1349865"/>
            <a:ext cx="5575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 txBox="1"/>
          <p:nvPr>
            <p:ph idx="1" type="body"/>
          </p:nvPr>
        </p:nvSpPr>
        <p:spPr>
          <a:xfrm>
            <a:off x="304802" y="2208628"/>
            <a:ext cx="55755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99" name="Google Shape;3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3615" y="648730"/>
            <a:ext cx="936000" cy="9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3615" y="2184753"/>
            <a:ext cx="936000" cy="9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3615" y="3806513"/>
            <a:ext cx="936000" cy="9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3615" y="5332020"/>
            <a:ext cx="936000" cy="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2023-08-29T02:04:03Z</dcterms:created>
  <dc:creator>Edison Leon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0x0101001C8032FF0CE33E4BB361A1D34FC9F764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