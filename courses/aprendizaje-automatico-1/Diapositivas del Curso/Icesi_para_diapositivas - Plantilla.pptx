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93585" r:id="rId4"/>
    <p:sldMasterId id="2147494609" r:id="rId5"/>
    <p:sldMasterId id="2147494622" r:id="rId6"/>
  </p:sldMasterIdLst>
  <p:notesMasterIdLst>
    <p:notesMasterId r:id="rId13"/>
  </p:notesMasterIdLst>
  <p:handoutMasterIdLst>
    <p:handoutMasterId r:id="rId14"/>
  </p:handoutMasterIdLst>
  <p:sldIdLst>
    <p:sldId id="549" r:id="rId7"/>
    <p:sldId id="550" r:id="rId8"/>
    <p:sldId id="559" r:id="rId9"/>
    <p:sldId id="560" r:id="rId10"/>
    <p:sldId id="570" r:id="rId11"/>
    <p:sldId id="583" r:id="rId12"/>
  </p:sldIdLst>
  <p:sldSz cx="12188825" cy="6858000"/>
  <p:notesSz cx="6858000" cy="9144000"/>
  <p:defaultTextStyle>
    <a:defPPr>
      <a:defRPr lang="en-US"/>
    </a:defPPr>
    <a:lvl1pPr algn="l" defTabSz="608013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608013" indent="-150813" algn="l" defTabSz="608013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1217613" indent="-303213" algn="l" defTabSz="608013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825625" indent="-454025" algn="l" defTabSz="608013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2435225" indent="-606425" algn="l" defTabSz="608013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3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EB60"/>
    <a:srgbClr val="E9683B"/>
    <a:srgbClr val="4CBA79"/>
    <a:srgbClr val="5454E9"/>
    <a:srgbClr val="865CF0"/>
    <a:srgbClr val="FF7F00"/>
    <a:srgbClr val="020B0F"/>
    <a:srgbClr val="000000"/>
    <a:srgbClr val="272166"/>
    <a:srgbClr val="FF40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93" autoAdjust="0"/>
    <p:restoredTop sz="95735" autoAdjust="0"/>
  </p:normalViewPr>
  <p:slideViewPr>
    <p:cSldViewPr snapToGrid="0" snapToObjects="1">
      <p:cViewPr varScale="1">
        <p:scale>
          <a:sx n="108" d="100"/>
          <a:sy n="108" d="100"/>
        </p:scale>
        <p:origin x="132" y="120"/>
      </p:cViewPr>
      <p:guideLst>
        <p:guide orient="horz" pos="2160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25" d="100"/>
          <a:sy n="125" d="100"/>
        </p:scale>
        <p:origin x="3480" y="1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lton Orlando Sarria Paja" userId="aa45fb2b-f84b-4a84-9077-7952c7ecf9cc" providerId="ADAL" clId="{D50D8FD8-7EF9-4E31-94A3-9768ADB49E4D}"/>
    <pc:docChg chg="custSel modSld">
      <pc:chgData name="Milton Orlando Sarria Paja" userId="aa45fb2b-f84b-4a84-9077-7952c7ecf9cc" providerId="ADAL" clId="{D50D8FD8-7EF9-4E31-94A3-9768ADB49E4D}" dt="2026-02-17T01:07:06.136" v="63" actId="20577"/>
      <pc:docMkLst>
        <pc:docMk/>
      </pc:docMkLst>
      <pc:sldChg chg="modSp mod">
        <pc:chgData name="Milton Orlando Sarria Paja" userId="aa45fb2b-f84b-4a84-9077-7952c7ecf9cc" providerId="ADAL" clId="{D50D8FD8-7EF9-4E31-94A3-9768ADB49E4D}" dt="2026-02-17T01:07:06.136" v="63" actId="20577"/>
        <pc:sldMkLst>
          <pc:docMk/>
          <pc:sldMk cId="523799069" sldId="559"/>
        </pc:sldMkLst>
        <pc:spChg chg="mod">
          <ac:chgData name="Milton Orlando Sarria Paja" userId="aa45fb2b-f84b-4a84-9077-7952c7ecf9cc" providerId="ADAL" clId="{D50D8FD8-7EF9-4E31-94A3-9768ADB49E4D}" dt="2026-02-17T01:07:06.136" v="63" actId="20577"/>
          <ac:spMkLst>
            <pc:docMk/>
            <pc:sldMk cId="523799069" sldId="559"/>
            <ac:spMk id="2" creationId="{4B38F16B-BA72-9746-AD56-7FDE8F260FB6}"/>
          </ac:spMkLst>
        </pc:spChg>
      </pc:sldChg>
      <pc:sldChg chg="modSp mod">
        <pc:chgData name="Milton Orlando Sarria Paja" userId="aa45fb2b-f84b-4a84-9077-7952c7ecf9cc" providerId="ADAL" clId="{D50D8FD8-7EF9-4E31-94A3-9768ADB49E4D}" dt="2026-02-17T01:06:57.819" v="58" actId="20577"/>
        <pc:sldMkLst>
          <pc:docMk/>
          <pc:sldMk cId="1239499819" sldId="560"/>
        </pc:sldMkLst>
        <pc:spChg chg="mod">
          <ac:chgData name="Milton Orlando Sarria Paja" userId="aa45fb2b-f84b-4a84-9077-7952c7ecf9cc" providerId="ADAL" clId="{D50D8FD8-7EF9-4E31-94A3-9768ADB49E4D}" dt="2026-02-17T01:06:48.829" v="52" actId="20577"/>
          <ac:spMkLst>
            <pc:docMk/>
            <pc:sldMk cId="1239499819" sldId="560"/>
            <ac:spMk id="4" creationId="{97F3FF72-2BF1-4D4F-8974-5CCAFA5B0C33}"/>
          </ac:spMkLst>
        </pc:spChg>
        <pc:spChg chg="mod">
          <ac:chgData name="Milton Orlando Sarria Paja" userId="aa45fb2b-f84b-4a84-9077-7952c7ecf9cc" providerId="ADAL" clId="{D50D8FD8-7EF9-4E31-94A3-9768ADB49E4D}" dt="2026-02-17T01:06:57.819" v="58" actId="20577"/>
          <ac:spMkLst>
            <pc:docMk/>
            <pc:sldMk cId="1239499819" sldId="560"/>
            <ac:spMk id="5" creationId="{45751C16-E825-074B-BDAA-78CD3D539F8F}"/>
          </ac:spMkLst>
        </pc:spChg>
      </pc:sldChg>
      <pc:sldChg chg="modSp mod">
        <pc:chgData name="Milton Orlando Sarria Paja" userId="aa45fb2b-f84b-4a84-9077-7952c7ecf9cc" providerId="ADAL" clId="{D50D8FD8-7EF9-4E31-94A3-9768ADB49E4D}" dt="2026-02-17T01:05:52.817" v="5" actId="20577"/>
        <pc:sldMkLst>
          <pc:docMk/>
          <pc:sldMk cId="2570711544" sldId="570"/>
        </pc:sldMkLst>
        <pc:spChg chg="mod">
          <ac:chgData name="Milton Orlando Sarria Paja" userId="aa45fb2b-f84b-4a84-9077-7952c7ecf9cc" providerId="ADAL" clId="{D50D8FD8-7EF9-4E31-94A3-9768ADB49E4D}" dt="2026-02-17T01:05:52.817" v="5" actId="20577"/>
          <ac:spMkLst>
            <pc:docMk/>
            <pc:sldMk cId="2570711544" sldId="570"/>
            <ac:spMk id="4" creationId="{97F3FF72-2BF1-4D4F-8974-5CCAFA5B0C33}"/>
          </ac:spMkLst>
        </pc:spChg>
      </pc:sldChg>
    </pc:docChg>
  </pc:docChgLst>
  <pc:docChgLst>
    <pc:chgData name="Milton Orlando Sarria Paja" userId="aa45fb2b-f84b-4a84-9077-7952c7ecf9cc" providerId="ADAL" clId="{7ED766F7-DD51-45F1-9C26-EE80AFABA56D}"/>
    <pc:docChg chg="modSld">
      <pc:chgData name="Milton Orlando Sarria Paja" userId="aa45fb2b-f84b-4a84-9077-7952c7ecf9cc" providerId="ADAL" clId="{7ED766F7-DD51-45F1-9C26-EE80AFABA56D}" dt="2025-03-29T23:24:00.652" v="25" actId="20577"/>
      <pc:docMkLst>
        <pc:docMk/>
      </pc:docMkLst>
      <pc:sldChg chg="modSp mod">
        <pc:chgData name="Milton Orlando Sarria Paja" userId="aa45fb2b-f84b-4a84-9077-7952c7ecf9cc" providerId="ADAL" clId="{7ED766F7-DD51-45F1-9C26-EE80AFABA56D}" dt="2025-03-29T23:23:43.262" v="10" actId="20577"/>
        <pc:sldMkLst>
          <pc:docMk/>
          <pc:sldMk cId="3745281054" sldId="549"/>
        </pc:sldMkLst>
        <pc:spChg chg="mod">
          <ac:chgData name="Milton Orlando Sarria Paja" userId="aa45fb2b-f84b-4a84-9077-7952c7ecf9cc" providerId="ADAL" clId="{7ED766F7-DD51-45F1-9C26-EE80AFABA56D}" dt="2025-03-29T23:23:39.047" v="5" actId="20577"/>
          <ac:spMkLst>
            <pc:docMk/>
            <pc:sldMk cId="3745281054" sldId="549"/>
            <ac:spMk id="2" creationId="{F13477B6-9C0E-104B-8814-6613E9D5ABBF}"/>
          </ac:spMkLst>
        </pc:spChg>
        <pc:spChg chg="mod">
          <ac:chgData name="Milton Orlando Sarria Paja" userId="aa45fb2b-f84b-4a84-9077-7952c7ecf9cc" providerId="ADAL" clId="{7ED766F7-DD51-45F1-9C26-EE80AFABA56D}" dt="2025-03-29T23:23:43.262" v="10" actId="20577"/>
          <ac:spMkLst>
            <pc:docMk/>
            <pc:sldMk cId="3745281054" sldId="549"/>
            <ac:spMk id="3" creationId="{76C27C82-14AB-1443-B7C1-B97137AAC437}"/>
          </ac:spMkLst>
        </pc:spChg>
      </pc:sldChg>
      <pc:sldChg chg="modSp mod">
        <pc:chgData name="Milton Orlando Sarria Paja" userId="aa45fb2b-f84b-4a84-9077-7952c7ecf9cc" providerId="ADAL" clId="{7ED766F7-DD51-45F1-9C26-EE80AFABA56D}" dt="2025-03-29T23:24:00.652" v="25" actId="20577"/>
        <pc:sldMkLst>
          <pc:docMk/>
          <pc:sldMk cId="1900160082" sldId="550"/>
        </pc:sldMkLst>
        <pc:spChg chg="mod">
          <ac:chgData name="Milton Orlando Sarria Paja" userId="aa45fb2b-f84b-4a84-9077-7952c7ecf9cc" providerId="ADAL" clId="{7ED766F7-DD51-45F1-9C26-EE80AFABA56D}" dt="2025-03-29T23:24:00.652" v="25" actId="20577"/>
          <ac:spMkLst>
            <pc:docMk/>
            <pc:sldMk cId="1900160082" sldId="550"/>
            <ac:spMk id="2" creationId="{57B85497-67F0-9547-B207-8D2E392EAD00}"/>
          </ac:spMkLst>
        </pc:spChg>
        <pc:spChg chg="mod">
          <ac:chgData name="Milton Orlando Sarria Paja" userId="aa45fb2b-f84b-4a84-9077-7952c7ecf9cc" providerId="ADAL" clId="{7ED766F7-DD51-45F1-9C26-EE80AFABA56D}" dt="2025-03-29T23:23:55.643" v="20" actId="20577"/>
          <ac:spMkLst>
            <pc:docMk/>
            <pc:sldMk cId="1900160082" sldId="550"/>
            <ac:spMk id="3" creationId="{D03C7C12-8381-E546-BBC7-A7A3D5BB2AF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608853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defTabSz="608853">
              <a:defRPr sz="1200">
                <a:latin typeface="Calibri" charset="0"/>
              </a:defRPr>
            </a:lvl1pPr>
          </a:lstStyle>
          <a:p>
            <a:pPr>
              <a:defRPr/>
            </a:pPr>
            <a:fld id="{B2C1B9B7-088B-46A9-A3F2-80B88FAC16E6}" type="datetime1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608853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defTabSz="608853">
              <a:defRPr sz="1200">
                <a:latin typeface="Calibri" charset="0"/>
              </a:defRPr>
            </a:lvl1pPr>
          </a:lstStyle>
          <a:p>
            <a:pPr>
              <a:defRPr/>
            </a:pPr>
            <a:fld id="{8A150AC2-2CAD-684B-9F3A-46AC5E45B09D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699735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608853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defTabSz="608853">
              <a:defRPr sz="1200">
                <a:latin typeface="Calibri" charset="0"/>
              </a:defRPr>
            </a:lvl1pPr>
          </a:lstStyle>
          <a:p>
            <a:pPr>
              <a:defRPr/>
            </a:pPr>
            <a:fld id="{BB9C2EC6-AD02-4F3E-9C3F-7476C3BFCBFB}" type="datetime1">
              <a:rPr lang="en-US" smtClean="0"/>
              <a:t>2/16/2026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608853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defTabSz="608853">
              <a:defRPr sz="1200">
                <a:latin typeface="Calibri" charset="0"/>
              </a:defRPr>
            </a:lvl1pPr>
          </a:lstStyle>
          <a:p>
            <a:pPr>
              <a:defRPr/>
            </a:pPr>
            <a:fld id="{B254687C-0F63-C543-8A00-A10F948442DF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171003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defTabSz="608013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608013" algn="l" defTabSz="608013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1217613" algn="l" defTabSz="608013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825625" algn="l" defTabSz="608013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2435225" algn="l" defTabSz="608013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3044266" algn="l" defTabSz="60885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3119" algn="l" defTabSz="60885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1973" algn="l" defTabSz="60885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0826" algn="l" defTabSz="60885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4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3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4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4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4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A">
    <p:bg>
      <p:bgPr>
        <a:solidFill>
          <a:srgbClr val="545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2AB9AEDC-188E-354C-A07D-5C3EE040B805}"/>
              </a:ext>
            </a:extLst>
          </p:cNvPr>
          <p:cNvSpPr/>
          <p:nvPr userDrawn="1"/>
        </p:nvSpPr>
        <p:spPr>
          <a:xfrm>
            <a:off x="488455" y="4681925"/>
            <a:ext cx="4171468" cy="991739"/>
          </a:xfrm>
          <a:prstGeom prst="rect">
            <a:avLst/>
          </a:prstGeom>
          <a:solidFill>
            <a:srgbClr val="E4E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3A07A76-CBC0-1E49-8670-6E1B3AA263E1}"/>
              </a:ext>
            </a:extLst>
          </p:cNvPr>
          <p:cNvSpPr/>
          <p:nvPr userDrawn="1"/>
        </p:nvSpPr>
        <p:spPr>
          <a:xfrm>
            <a:off x="488455" y="2782786"/>
            <a:ext cx="5877176" cy="198264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7DE7DF8D-6479-FE4C-9724-9DC214F30E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6779" y="3048000"/>
            <a:ext cx="5397633" cy="1467949"/>
          </a:xfrm>
        </p:spPr>
        <p:txBody>
          <a:bodyPr anchor="b">
            <a:noAutofit/>
          </a:bodyPr>
          <a:lstStyle>
            <a:lvl1pPr>
              <a:defRPr sz="3200" b="0">
                <a:solidFill>
                  <a:srgbClr val="5454E9"/>
                </a:solidFill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de la </a:t>
            </a:r>
            <a:r>
              <a:rPr lang="en-US" dirty="0" err="1"/>
              <a:t>presentación</a:t>
            </a:r>
            <a:endParaRPr lang="es-CO" dirty="0"/>
          </a:p>
        </p:txBody>
      </p:sp>
      <p:sp>
        <p:nvSpPr>
          <p:cNvPr id="13" name="Marcador de texto 11">
            <a:extLst>
              <a:ext uri="{FF2B5EF4-FFF2-40B4-BE49-F238E27FC236}">
                <a16:creationId xmlns:a16="http://schemas.microsoft.com/office/drawing/2014/main" id="{68424664-B54D-8AA3-6F33-12416094FB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779" y="4942976"/>
            <a:ext cx="3736676" cy="522287"/>
          </a:xfrm>
          <a:prstGeom prst="rect">
            <a:avLst/>
          </a:prstGeom>
        </p:spPr>
        <p:txBody>
          <a:bodyPr anchor="t"/>
          <a:lstStyle>
            <a:lvl1pPr algn="l">
              <a:defRPr sz="2000" b="0">
                <a:solidFill>
                  <a:schemeClr val="tx1"/>
                </a:solidFill>
              </a:defRPr>
            </a:lvl1pPr>
          </a:lstStyle>
          <a:p>
            <a:r>
              <a:rPr lang="es-CO" dirty="0"/>
              <a:t>Subtítulo de la presentación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BB0212C9-E893-9F47-9360-0D6DE02C9B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5560" y="503315"/>
            <a:ext cx="2844412" cy="118800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5F74A43B-3477-D645-8C34-676A7A715DD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92050" y="570632"/>
            <a:ext cx="1271215" cy="112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632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ED8ECD60-A8CA-624A-AB38-8B45C11E5FD2}"/>
              </a:ext>
            </a:extLst>
          </p:cNvPr>
          <p:cNvSpPr/>
          <p:nvPr userDrawn="1"/>
        </p:nvSpPr>
        <p:spPr>
          <a:xfrm>
            <a:off x="5029199" y="-140677"/>
            <a:ext cx="7332786" cy="7174523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235861E-BC0D-EA47-B516-5487EB3B1660}"/>
              </a:ext>
            </a:extLst>
          </p:cNvPr>
          <p:cNvSpPr/>
          <p:nvPr userDrawn="1"/>
        </p:nvSpPr>
        <p:spPr>
          <a:xfrm>
            <a:off x="2321169" y="6001831"/>
            <a:ext cx="10040816" cy="1032015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7DE7DF8D-6479-FE4C-9724-9DC214F30E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30982" y="2078183"/>
            <a:ext cx="6400800" cy="1909168"/>
          </a:xfrm>
        </p:spPr>
        <p:txBody>
          <a:bodyPr anchor="b">
            <a:no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de la </a:t>
            </a:r>
            <a:r>
              <a:rPr lang="en-US" dirty="0" err="1"/>
              <a:t>presentación</a:t>
            </a:r>
            <a:endParaRPr lang="es-CO" dirty="0"/>
          </a:p>
        </p:txBody>
      </p:sp>
      <p:sp>
        <p:nvSpPr>
          <p:cNvPr id="13" name="Marcador de texto 11">
            <a:extLst>
              <a:ext uri="{FF2B5EF4-FFF2-40B4-BE49-F238E27FC236}">
                <a16:creationId xmlns:a16="http://schemas.microsoft.com/office/drawing/2014/main" id="{68424664-B54D-8AA3-6F33-12416094FB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25029" y="4139088"/>
            <a:ext cx="6411722" cy="668439"/>
          </a:xfrm>
          <a:prstGeom prst="rect">
            <a:avLst/>
          </a:prstGeom>
        </p:spPr>
        <p:txBody>
          <a:bodyPr anchor="t"/>
          <a:lstStyle>
            <a:lvl1pPr marL="455613" marR="0" indent="-455613" algn="l" defTabSz="608013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400" b="0">
                <a:solidFill>
                  <a:schemeClr val="bg1"/>
                </a:solidFill>
              </a:defRPr>
            </a:lvl1pPr>
          </a:lstStyle>
          <a:p>
            <a:pPr marL="455613" marR="0" lvl="0" indent="-455613" algn="l" defTabSz="608013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s-CO" dirty="0"/>
              <a:t>Subtítulo de la presentación</a:t>
            </a:r>
          </a:p>
        </p:txBody>
      </p:sp>
      <p:sp>
        <p:nvSpPr>
          <p:cNvPr id="11" name="Marcador de texto 11">
            <a:extLst>
              <a:ext uri="{FF2B5EF4-FFF2-40B4-BE49-F238E27FC236}">
                <a16:creationId xmlns:a16="http://schemas.microsoft.com/office/drawing/2014/main" id="{2A0A2418-5809-4046-953D-5D104B68C8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37247" y="6167424"/>
            <a:ext cx="6411722" cy="522287"/>
          </a:xfrm>
          <a:prstGeom prst="rect">
            <a:avLst/>
          </a:prstGeom>
        </p:spPr>
        <p:txBody>
          <a:bodyPr anchor="t"/>
          <a:lstStyle>
            <a:lvl1pPr algn="l"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Día – Mes – Año</a:t>
            </a:r>
            <a:endParaRPr lang="es-CO" dirty="0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385D0AC3-7193-7741-B6FE-6BE7BA5B91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527" y="473679"/>
            <a:ext cx="2844412" cy="1188000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C7DCB827-0AEE-4841-A5E6-8B18B7CF4F9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92050" y="570632"/>
            <a:ext cx="1271215" cy="112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3944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E59908A-AD04-3E4B-ABCA-989AB9E137A1}"/>
              </a:ext>
            </a:extLst>
          </p:cNvPr>
          <p:cNvSpPr/>
          <p:nvPr userDrawn="1"/>
        </p:nvSpPr>
        <p:spPr>
          <a:xfrm>
            <a:off x="-211015" y="4484077"/>
            <a:ext cx="12573000" cy="2549769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A2A68501-84A2-3345-8FDA-B834A5C262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88345" y="5381052"/>
            <a:ext cx="12908591" cy="1547286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7DE7DF8D-6479-FE4C-9724-9DC214F30E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816" y="2937092"/>
            <a:ext cx="8416331" cy="1317095"/>
          </a:xfrm>
        </p:spPr>
        <p:txBody>
          <a:bodyPr anchor="b">
            <a:noAutofit/>
          </a:bodyPr>
          <a:lstStyle>
            <a:lvl1pPr>
              <a:defRPr sz="3200" b="0">
                <a:solidFill>
                  <a:srgbClr val="5454E9"/>
                </a:solidFill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de la </a:t>
            </a:r>
            <a:r>
              <a:rPr lang="en-US" dirty="0" err="1"/>
              <a:t>presentación</a:t>
            </a:r>
            <a:endParaRPr lang="es-CO" dirty="0"/>
          </a:p>
        </p:txBody>
      </p:sp>
      <p:sp>
        <p:nvSpPr>
          <p:cNvPr id="13" name="Marcador de texto 11">
            <a:extLst>
              <a:ext uri="{FF2B5EF4-FFF2-40B4-BE49-F238E27FC236}">
                <a16:creationId xmlns:a16="http://schemas.microsoft.com/office/drawing/2014/main" id="{68424664-B54D-8AA3-6F33-12416094FB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8455" y="4766150"/>
            <a:ext cx="8430692" cy="522287"/>
          </a:xfrm>
          <a:prstGeom prst="rect">
            <a:avLst/>
          </a:prstGeom>
        </p:spPr>
        <p:txBody>
          <a:bodyPr anchor="t"/>
          <a:lstStyle>
            <a:lvl1pPr marL="455613" marR="0" indent="-455613" algn="l" defTabSz="608013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0">
                <a:solidFill>
                  <a:schemeClr val="bg1"/>
                </a:solidFill>
              </a:defRPr>
            </a:lvl1pPr>
          </a:lstStyle>
          <a:p>
            <a:pPr marL="455613" marR="0" lvl="0" indent="-455613" algn="l" defTabSz="608013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s-CO" dirty="0"/>
              <a:t>Subtítulo de la presentación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C664A963-8B93-F947-9D6E-8E898AAFF6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32617" y="284443"/>
            <a:ext cx="3695983" cy="522287"/>
          </a:xfrm>
          <a:prstGeom prst="rect">
            <a:avLst/>
          </a:prstGeom>
        </p:spPr>
        <p:txBody>
          <a:bodyPr anchor="t"/>
          <a:lstStyle>
            <a:lvl1pPr algn="r">
              <a:defRPr sz="2000" b="1">
                <a:solidFill>
                  <a:srgbClr val="5454E9"/>
                </a:solidFill>
              </a:defRPr>
            </a:lvl1pPr>
          </a:lstStyle>
          <a:p>
            <a:r>
              <a:rPr lang="es-ES" dirty="0"/>
              <a:t>Día – Mes – Año</a:t>
            </a:r>
            <a:endParaRPr lang="es-CO" dirty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41BC7844-BEF8-D702-2601-C8AC05944C3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0527" y="473679"/>
            <a:ext cx="2844412" cy="11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110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5460C177-EA11-3045-A049-2F189482AB41}"/>
              </a:ext>
            </a:extLst>
          </p:cNvPr>
          <p:cNvSpPr/>
          <p:nvPr userDrawn="1"/>
        </p:nvSpPr>
        <p:spPr>
          <a:xfrm>
            <a:off x="5152292" y="-158750"/>
            <a:ext cx="7176233" cy="717452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EE33127-8E4E-D94B-AFED-94B91C7AF93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53025" y="-158750"/>
            <a:ext cx="7175500" cy="7175500"/>
          </a:xfrm>
          <a:prstGeom prst="rect">
            <a:avLst/>
          </a:prstGeom>
        </p:spPr>
        <p:txBody>
          <a:bodyPr anchor="ctr"/>
          <a:lstStyle>
            <a:lvl1pPr algn="ctr">
              <a:defRPr sz="2800"/>
            </a:lvl1pPr>
          </a:lstStyle>
          <a:p>
            <a:endParaRPr lang="es-CO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04EF172-71FF-774B-B08F-E545FD3603C8}"/>
              </a:ext>
            </a:extLst>
          </p:cNvPr>
          <p:cNvSpPr/>
          <p:nvPr userDrawn="1"/>
        </p:nvSpPr>
        <p:spPr>
          <a:xfrm>
            <a:off x="-56669" y="-158262"/>
            <a:ext cx="5208961" cy="7174523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08C8540-D360-0041-AA0A-7C7F456B16E0}"/>
              </a:ext>
            </a:extLst>
          </p:cNvPr>
          <p:cNvSpPr/>
          <p:nvPr userDrawn="1"/>
        </p:nvSpPr>
        <p:spPr>
          <a:xfrm>
            <a:off x="474093" y="5361362"/>
            <a:ext cx="6172892" cy="99173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7DE7DF8D-6479-FE4C-9724-9DC214F30E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400" y="2222164"/>
            <a:ext cx="4056369" cy="2031397"/>
          </a:xfrm>
        </p:spPr>
        <p:txBody>
          <a:bodyPr anchor="b">
            <a:no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de la </a:t>
            </a:r>
            <a:r>
              <a:rPr lang="en-US" dirty="0" err="1"/>
              <a:t>presentación</a:t>
            </a:r>
            <a:endParaRPr lang="es-CO" dirty="0"/>
          </a:p>
        </p:txBody>
      </p:sp>
      <p:sp>
        <p:nvSpPr>
          <p:cNvPr id="13" name="Marcador de texto 11">
            <a:extLst>
              <a:ext uri="{FF2B5EF4-FFF2-40B4-BE49-F238E27FC236}">
                <a16:creationId xmlns:a16="http://schemas.microsoft.com/office/drawing/2014/main" id="{68424664-B54D-8AA3-6F33-12416094FB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79400" y="5583810"/>
            <a:ext cx="5484922" cy="522287"/>
          </a:xfrm>
          <a:prstGeom prst="rect">
            <a:avLst/>
          </a:prstGeom>
        </p:spPr>
        <p:txBody>
          <a:bodyPr anchor="t"/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Día – Mes – Año</a:t>
            </a:r>
            <a:endParaRPr lang="es-CO" dirty="0"/>
          </a:p>
        </p:txBody>
      </p:sp>
      <p:sp>
        <p:nvSpPr>
          <p:cNvPr id="15" name="Marcador de texto 11">
            <a:extLst>
              <a:ext uri="{FF2B5EF4-FFF2-40B4-BE49-F238E27FC236}">
                <a16:creationId xmlns:a16="http://schemas.microsoft.com/office/drawing/2014/main" id="{8CEC94B8-E518-5E4B-96B3-807DB56AF8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9400" y="4451044"/>
            <a:ext cx="4056369" cy="522287"/>
          </a:xfrm>
          <a:prstGeom prst="rect">
            <a:avLst/>
          </a:prstGeom>
        </p:spPr>
        <p:txBody>
          <a:bodyPr anchor="t"/>
          <a:lstStyle>
            <a:lvl1pPr marL="455613" marR="0" indent="-455613" algn="l" defTabSz="608013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0">
                <a:solidFill>
                  <a:schemeClr val="bg1"/>
                </a:solidFill>
              </a:defRPr>
            </a:lvl1pPr>
          </a:lstStyle>
          <a:p>
            <a:pPr marL="455613" marR="0" lvl="0" indent="-455613" algn="l" defTabSz="608013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s-CO" dirty="0"/>
              <a:t>Subtítulo de la presentación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A2C7FD3D-0543-4D56-4857-2F15B52174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5560" y="503315"/>
            <a:ext cx="2844412" cy="11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783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0253CF8-E40C-8B4A-920F-D39FFAC238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36525" y="-122238"/>
            <a:ext cx="12465050" cy="7162801"/>
          </a:xfrm>
          <a:prstGeom prst="rect">
            <a:avLst/>
          </a:prstGeom>
        </p:spPr>
        <p:txBody>
          <a:bodyPr anchor="t"/>
          <a:lstStyle>
            <a:lvl1pPr algn="ctr">
              <a:defRPr sz="1800"/>
            </a:lvl1pPr>
          </a:lstStyle>
          <a:p>
            <a:endParaRPr lang="es-CO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C563568-052F-6F4F-B607-42D06B3D6BFE}"/>
              </a:ext>
            </a:extLst>
          </p:cNvPr>
          <p:cNvSpPr/>
          <p:nvPr userDrawn="1"/>
        </p:nvSpPr>
        <p:spPr>
          <a:xfrm>
            <a:off x="488455" y="4681925"/>
            <a:ext cx="4171468" cy="991739"/>
          </a:xfrm>
          <a:prstGeom prst="rect">
            <a:avLst/>
          </a:prstGeom>
          <a:solidFill>
            <a:srgbClr val="86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160E7FE-605D-2643-9C55-A73D287C501A}"/>
              </a:ext>
            </a:extLst>
          </p:cNvPr>
          <p:cNvSpPr/>
          <p:nvPr userDrawn="1"/>
        </p:nvSpPr>
        <p:spPr>
          <a:xfrm>
            <a:off x="488455" y="2782786"/>
            <a:ext cx="5877176" cy="1982645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7DE7DF8D-6479-FE4C-9724-9DC214F30E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5771" y="3085828"/>
            <a:ext cx="5318641" cy="1502051"/>
          </a:xfrm>
        </p:spPr>
        <p:txBody>
          <a:bodyPr anchor="b">
            <a:no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de la </a:t>
            </a:r>
            <a:r>
              <a:rPr lang="en-US" dirty="0" err="1"/>
              <a:t>presentación</a:t>
            </a:r>
            <a:endParaRPr lang="es-CO" dirty="0"/>
          </a:p>
        </p:txBody>
      </p:sp>
      <p:sp>
        <p:nvSpPr>
          <p:cNvPr id="13" name="Marcador de texto 11">
            <a:extLst>
              <a:ext uri="{FF2B5EF4-FFF2-40B4-BE49-F238E27FC236}">
                <a16:creationId xmlns:a16="http://schemas.microsoft.com/office/drawing/2014/main" id="{68424664-B54D-8AA3-6F33-12416094FB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1410" y="4930689"/>
            <a:ext cx="3660465" cy="522287"/>
          </a:xfrm>
          <a:prstGeom prst="rect">
            <a:avLst/>
          </a:prstGeom>
        </p:spPr>
        <p:txBody>
          <a:bodyPr anchor="t"/>
          <a:lstStyle>
            <a:lvl1pPr algn="l">
              <a:defRPr sz="2000" b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Día – Mes – Año</a:t>
            </a:r>
            <a:endParaRPr lang="es-CO" dirty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A061DE2D-078D-F440-70B1-9CC4B708F4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527" y="473679"/>
            <a:ext cx="2844412" cy="11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1606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53CAB425-8E07-9D4D-9049-B0B1329A6F46}"/>
              </a:ext>
            </a:extLst>
          </p:cNvPr>
          <p:cNvSpPr/>
          <p:nvPr userDrawn="1"/>
        </p:nvSpPr>
        <p:spPr>
          <a:xfrm>
            <a:off x="-1" y="-150124"/>
            <a:ext cx="12310281" cy="4832050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172BDADF-8711-FB49-A646-A740B37338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0996" y="5248036"/>
            <a:ext cx="2778261" cy="1080000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7DE7DF8D-6479-FE4C-9724-9DC214F30E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816" y="1918474"/>
            <a:ext cx="6075405" cy="1317095"/>
          </a:xfrm>
        </p:spPr>
        <p:txBody>
          <a:bodyPr anchor="b">
            <a:no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Título</a:t>
            </a:r>
            <a:r>
              <a:rPr lang="en-US" dirty="0"/>
              <a:t> de la </a:t>
            </a:r>
            <a:r>
              <a:rPr lang="en-US" dirty="0" err="1"/>
              <a:t>presentación</a:t>
            </a:r>
            <a:endParaRPr lang="es-CO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96EC0B-0794-338D-95C7-AB2B92179F5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980956" y="5552313"/>
            <a:ext cx="1676890" cy="908923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F99A5E94-0EA1-C949-9C55-E6ACA28B780D}"/>
              </a:ext>
            </a:extLst>
          </p:cNvPr>
          <p:cNvSpPr/>
          <p:nvPr userDrawn="1"/>
        </p:nvSpPr>
        <p:spPr>
          <a:xfrm>
            <a:off x="5226728" y="-150123"/>
            <a:ext cx="7083551" cy="955342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3" name="Marcador de texto 11">
            <a:extLst>
              <a:ext uri="{FF2B5EF4-FFF2-40B4-BE49-F238E27FC236}">
                <a16:creationId xmlns:a16="http://schemas.microsoft.com/office/drawing/2014/main" id="{68424664-B54D-8AA3-6F33-12416094FB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15547" y="21789"/>
            <a:ext cx="6048823" cy="522287"/>
          </a:xfrm>
          <a:prstGeom prst="rect">
            <a:avLst/>
          </a:prstGeom>
        </p:spPr>
        <p:txBody>
          <a:bodyPr anchor="t"/>
          <a:lstStyle>
            <a:lvl1pPr algn="r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Día – Mes – Año</a:t>
            </a:r>
            <a:endParaRPr lang="es-CO" dirty="0"/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F38ED0E2-7D5D-114C-AE24-235B3D8788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9398" y="3488320"/>
            <a:ext cx="6048823" cy="522287"/>
          </a:xfrm>
          <a:prstGeom prst="rect">
            <a:avLst/>
          </a:prstGeom>
        </p:spPr>
        <p:txBody>
          <a:bodyPr anchor="t"/>
          <a:lstStyle>
            <a:lvl1pPr marL="455613" marR="0" indent="-455613" algn="l" defTabSz="608013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400" b="0">
                <a:solidFill>
                  <a:schemeClr val="bg1"/>
                </a:solidFill>
              </a:defRPr>
            </a:lvl1pPr>
          </a:lstStyle>
          <a:p>
            <a:pPr marL="455613" marR="0" lvl="0" indent="-455613" algn="l" defTabSz="608013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s-CO" dirty="0"/>
              <a:t>Subtítulo de la presentación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92D77DE7-E8A0-5C4A-8EA2-0C726FCBF15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87078" y="5201792"/>
            <a:ext cx="1477292" cy="130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605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ió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EB59E292-22CD-2242-84F5-87DE6724E9AF}"/>
              </a:ext>
            </a:extLst>
          </p:cNvPr>
          <p:cNvSpPr/>
          <p:nvPr userDrawn="1"/>
        </p:nvSpPr>
        <p:spPr>
          <a:xfrm>
            <a:off x="2197290" y="5158854"/>
            <a:ext cx="10164695" cy="1107252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FB8719D-715E-23DB-8426-45F130FE1D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8867" y="5336273"/>
            <a:ext cx="9063171" cy="8206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sección</a:t>
            </a:r>
            <a:endParaRPr lang="es-CO" dirty="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F62F47D7-565E-E44F-8739-8ACD848CE7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527" y="473679"/>
            <a:ext cx="2180713" cy="910799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107FDEED-DA50-5F4D-8EC4-78D9AC9E04B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71534" y="473678"/>
            <a:ext cx="1030504" cy="91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866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ió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7482FDB0-1956-B24A-9FAC-F5BAC86FAB57}"/>
              </a:ext>
            </a:extLst>
          </p:cNvPr>
          <p:cNvSpPr/>
          <p:nvPr userDrawn="1"/>
        </p:nvSpPr>
        <p:spPr>
          <a:xfrm>
            <a:off x="5578475" y="-136525"/>
            <a:ext cx="6783388" cy="71310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Marcador de posición de imagen 2">
            <a:extLst>
              <a:ext uri="{FF2B5EF4-FFF2-40B4-BE49-F238E27FC236}">
                <a16:creationId xmlns:a16="http://schemas.microsoft.com/office/drawing/2014/main" id="{711C668F-59A2-4D4C-BB85-FA31A95EA89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78353" y="-136525"/>
            <a:ext cx="6783388" cy="71310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s-CO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F62300E-9AF7-C744-8810-3D8B01FF0EDA}"/>
              </a:ext>
            </a:extLst>
          </p:cNvPr>
          <p:cNvSpPr/>
          <p:nvPr userDrawn="1"/>
        </p:nvSpPr>
        <p:spPr>
          <a:xfrm>
            <a:off x="2197290" y="5158854"/>
            <a:ext cx="10164695" cy="1107252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2" name="Marcador de título 1">
            <a:extLst>
              <a:ext uri="{FF2B5EF4-FFF2-40B4-BE49-F238E27FC236}">
                <a16:creationId xmlns:a16="http://schemas.microsoft.com/office/drawing/2014/main" id="{CBA4ECBA-158E-F64D-AD06-46687ADE7B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8867" y="5336273"/>
            <a:ext cx="9063171" cy="8206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sección</a:t>
            </a:r>
            <a:endParaRPr lang="es-CO" dirty="0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B74B9A36-CCE1-1E4A-91A3-9AB71D15FD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527" y="473679"/>
            <a:ext cx="2180713" cy="91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842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ión C">
    <p:bg>
      <p:bgPr>
        <a:solidFill>
          <a:srgbClr val="545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18CB1126-B7E9-FB47-BF9C-5C60C4BCC98B}"/>
              </a:ext>
            </a:extLst>
          </p:cNvPr>
          <p:cNvSpPr/>
          <p:nvPr userDrawn="1"/>
        </p:nvSpPr>
        <p:spPr>
          <a:xfrm>
            <a:off x="5213445" y="5786654"/>
            <a:ext cx="6975380" cy="1064526"/>
          </a:xfrm>
          <a:prstGeom prst="rect">
            <a:avLst/>
          </a:prstGeom>
          <a:solidFill>
            <a:srgbClr val="4CBA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57847C2-6AAA-244D-9DCE-011D70428A54}"/>
              </a:ext>
            </a:extLst>
          </p:cNvPr>
          <p:cNvSpPr/>
          <p:nvPr userDrawn="1"/>
        </p:nvSpPr>
        <p:spPr>
          <a:xfrm>
            <a:off x="3903260" y="4616244"/>
            <a:ext cx="8285565" cy="15525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FB8719D-715E-23DB-8426-45F130FE1D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8788" y="4858604"/>
            <a:ext cx="7628412" cy="10781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2800" b="0">
                <a:solidFill>
                  <a:srgbClr val="5454E9"/>
                </a:solidFill>
              </a:defRPr>
            </a:lvl1pPr>
          </a:lstStyle>
          <a:p>
            <a:r>
              <a:rPr lang="es-ES" dirty="0"/>
              <a:t>Título de la sección</a:t>
            </a:r>
            <a:endParaRPr lang="es-CO" dirty="0"/>
          </a:p>
        </p:txBody>
      </p:sp>
      <p:sp>
        <p:nvSpPr>
          <p:cNvPr id="12" name="Marcador de título 1">
            <a:extLst>
              <a:ext uri="{FF2B5EF4-FFF2-40B4-BE49-F238E27FC236}">
                <a16:creationId xmlns:a16="http://schemas.microsoft.com/office/drawing/2014/main" id="{5559A92C-15FD-1442-8D59-E376861021A9}"/>
              </a:ext>
            </a:extLst>
          </p:cNvPr>
          <p:cNvSpPr txBox="1">
            <a:spLocks/>
          </p:cNvSpPr>
          <p:nvPr userDrawn="1"/>
        </p:nvSpPr>
        <p:spPr>
          <a:xfrm>
            <a:off x="5595582" y="6318917"/>
            <a:ext cx="6291617" cy="4536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rgbClr val="5454E9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s-ES" sz="1800" dirty="0" err="1">
                <a:solidFill>
                  <a:schemeClr val="bg1"/>
                </a:solidFill>
              </a:rPr>
              <a:t>Click</a:t>
            </a:r>
            <a:r>
              <a:rPr lang="es-ES" sz="1800" dirty="0">
                <a:solidFill>
                  <a:schemeClr val="bg1"/>
                </a:solidFill>
              </a:rPr>
              <a:t> para agregar texto</a:t>
            </a:r>
            <a:endParaRPr lang="es-CO" sz="1800" dirty="0">
              <a:solidFill>
                <a:schemeClr val="bg1"/>
              </a:solidFill>
            </a:endParaRP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5433354A-5024-1E42-81D7-50274D5DEB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7764" y="475179"/>
            <a:ext cx="2177122" cy="909299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CE34500-F053-3F45-A027-9CB0D254089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15443" y="475179"/>
            <a:ext cx="1005618" cy="88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094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ión 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E7AD0216-A3FA-5C47-A58F-E913DAAAEF37}"/>
              </a:ext>
            </a:extLst>
          </p:cNvPr>
          <p:cNvSpPr/>
          <p:nvPr userDrawn="1"/>
        </p:nvSpPr>
        <p:spPr>
          <a:xfrm>
            <a:off x="-122830" y="2006221"/>
            <a:ext cx="12484815" cy="4954137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E35F4BA0-2368-B84A-89F1-6DF87DB538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8456" y="5519304"/>
            <a:ext cx="2147872" cy="83494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D57847C2-6AAA-244D-9DCE-011D70428A54}"/>
              </a:ext>
            </a:extLst>
          </p:cNvPr>
          <p:cNvSpPr/>
          <p:nvPr userDrawn="1"/>
        </p:nvSpPr>
        <p:spPr>
          <a:xfrm>
            <a:off x="-122830" y="1269243"/>
            <a:ext cx="8761863" cy="730156"/>
          </a:xfrm>
          <a:prstGeom prst="rect">
            <a:avLst/>
          </a:prstGeom>
          <a:solidFill>
            <a:srgbClr val="86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FB8719D-715E-23DB-8426-45F130FE1D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2131" y="1269242"/>
            <a:ext cx="7628412" cy="7369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2000" b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sección</a:t>
            </a:r>
            <a:endParaRPr lang="es-CO" dirty="0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818837D-8498-3948-B306-D6441833CEB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15443" y="5656779"/>
            <a:ext cx="1005618" cy="88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640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ión E">
    <p:bg>
      <p:bgPr>
        <a:solidFill>
          <a:srgbClr val="545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FB8719D-715E-23DB-8426-45F130FE1D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456" y="3794078"/>
            <a:ext cx="7628412" cy="7369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sección</a:t>
            </a:r>
            <a:endParaRPr lang="es-CO" dirty="0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651731E9-C150-504E-A383-8F5B71FB08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88345" y="4835139"/>
            <a:ext cx="12908591" cy="1547286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3749A815-211B-D04F-A10B-7D009842EE7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7764" y="475179"/>
            <a:ext cx="2177122" cy="909299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8A9443BE-0DB1-224D-924A-FC6BC2213D6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15443" y="475179"/>
            <a:ext cx="1005618" cy="888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1271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ión 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FB8719D-715E-23DB-8426-45F130FE1D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456" y="3794078"/>
            <a:ext cx="7628412" cy="7369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3200" b="0">
                <a:solidFill>
                  <a:srgbClr val="5454E9"/>
                </a:solidFill>
              </a:defRPr>
            </a:lvl1pPr>
          </a:lstStyle>
          <a:p>
            <a:r>
              <a:rPr lang="es-ES" dirty="0"/>
              <a:t>Título de la sección</a:t>
            </a:r>
            <a:endParaRPr lang="es-CO" dirty="0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651731E9-C150-504E-A383-8F5B71FB08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88345" y="4835139"/>
            <a:ext cx="12908591" cy="1547286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01466B55-BCED-9E4D-913B-DC22D24A68E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0527" y="473679"/>
            <a:ext cx="2180713" cy="910799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8462D0A8-A0E2-AD43-AE7A-9F0EE8F8BC5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12231" y="495278"/>
            <a:ext cx="1006067" cy="889200"/>
          </a:xfrm>
          <a:prstGeom prst="rect">
            <a:avLst/>
          </a:prstGeom>
        </p:spPr>
      </p:pic>
      <p:sp>
        <p:nvSpPr>
          <p:cNvPr id="7" name="Marcador de número de diapositiva 1">
            <a:extLst>
              <a:ext uri="{FF2B5EF4-FFF2-40B4-BE49-F238E27FC236}">
                <a16:creationId xmlns:a16="http://schemas.microsoft.com/office/drawing/2014/main" id="{57DDA77B-4255-4BAC-8029-CECD1EBB50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4A965-C522-4DAF-8C07-9E6F0369E0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529873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a sin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825C95-B00A-F94F-AA8B-132BD1D5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CD977C5-3017-5F44-9832-D154137BF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1" y="1349865"/>
            <a:ext cx="11371383" cy="64774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01" y="2208628"/>
            <a:ext cx="11371383" cy="39952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97E20350-AF53-5348-8C67-42245505E1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95" y="235458"/>
            <a:ext cx="1473922" cy="615600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9073DDDA-63CA-164E-B210-1A6E7250EA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12757" y="316775"/>
            <a:ext cx="763427" cy="674746"/>
          </a:xfrm>
          <a:prstGeom prst="rect">
            <a:avLst/>
          </a:prstGeom>
        </p:spPr>
      </p:pic>
      <p:sp>
        <p:nvSpPr>
          <p:cNvPr id="11" name="Marcador de número de diapositiva 1">
            <a:extLst>
              <a:ext uri="{FF2B5EF4-FFF2-40B4-BE49-F238E27FC236}">
                <a16:creationId xmlns:a16="http://schemas.microsoft.com/office/drawing/2014/main" id="{F14A3601-5DE3-4D4B-8D95-BBEDACF205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4A965-C522-4DAF-8C07-9E6F0369E0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346805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nja azul con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26D8F236-7022-E34C-B233-9027F6DDD739}"/>
              </a:ext>
            </a:extLst>
          </p:cNvPr>
          <p:cNvSpPr/>
          <p:nvPr userDrawn="1"/>
        </p:nvSpPr>
        <p:spPr>
          <a:xfrm>
            <a:off x="-42578" y="-42204"/>
            <a:ext cx="12337742" cy="1111903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825C95-B00A-F94F-AA8B-132BD1D5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CD977C5-3017-5F44-9832-D154137BF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13F5093F-1AA4-0442-BADB-36A697E09A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97" y="395158"/>
            <a:ext cx="1242270" cy="482911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01" y="2208628"/>
            <a:ext cx="11371383" cy="39952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BDFF49B-82AF-F744-9E06-506CD7FD18DE}"/>
              </a:ext>
            </a:extLst>
          </p:cNvPr>
          <p:cNvSpPr/>
          <p:nvPr userDrawn="1"/>
        </p:nvSpPr>
        <p:spPr>
          <a:xfrm>
            <a:off x="-42578" y="1069698"/>
            <a:ext cx="7554726" cy="85876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2" y="1321729"/>
            <a:ext cx="7052602" cy="57859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DE549399-5401-6443-BDC4-AAEAB39C1C7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2595" y="235458"/>
            <a:ext cx="1470672" cy="614242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372CEFBA-AC57-5448-B186-A41214D87EB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64550" y="282084"/>
            <a:ext cx="761678" cy="673200"/>
          </a:xfrm>
          <a:prstGeom prst="rect">
            <a:avLst/>
          </a:prstGeom>
        </p:spPr>
      </p:pic>
      <p:sp>
        <p:nvSpPr>
          <p:cNvPr id="12" name="Marcador de número de diapositiva 1">
            <a:extLst>
              <a:ext uri="{FF2B5EF4-FFF2-40B4-BE49-F238E27FC236}">
                <a16:creationId xmlns:a16="http://schemas.microsoft.com/office/drawing/2014/main" id="{8CB4684B-60F3-4062-A8AD-6294738891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4A965-C522-4DAF-8C07-9E6F0369E0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210313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nja vertical derec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2" y="1349865"/>
            <a:ext cx="5575494" cy="647748"/>
          </a:xfrm>
          <a:prstGeom prst="rect">
            <a:avLst/>
          </a:prstGeom>
        </p:spPr>
        <p:txBody>
          <a:bodyPr/>
          <a:lstStyle>
            <a:lvl1pPr>
              <a:defRPr sz="2200"/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02" y="2208628"/>
            <a:ext cx="5575494" cy="39952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752759E-8F1F-CA4F-BD59-0DF228699E41}"/>
              </a:ext>
            </a:extLst>
          </p:cNvPr>
          <p:cNvSpPr/>
          <p:nvPr userDrawn="1"/>
        </p:nvSpPr>
        <p:spPr>
          <a:xfrm flipV="1">
            <a:off x="6094413" y="-126611"/>
            <a:ext cx="6200752" cy="7090118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CA0EBB9-F320-4743-93CB-0A6146AA02BB}"/>
              </a:ext>
            </a:extLst>
          </p:cNvPr>
          <p:cNvSpPr/>
          <p:nvPr userDrawn="1"/>
        </p:nvSpPr>
        <p:spPr>
          <a:xfrm flipV="1">
            <a:off x="4485993" y="6315757"/>
            <a:ext cx="7809172" cy="647749"/>
          </a:xfrm>
          <a:prstGeom prst="rect">
            <a:avLst/>
          </a:prstGeom>
          <a:solidFill>
            <a:srgbClr val="E96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825C95-B00A-F94F-AA8B-132BD1D5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36124" y="6484018"/>
            <a:ext cx="1428466" cy="25110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CD977C5-3017-5F44-9832-D154137BF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48545" y="6484018"/>
            <a:ext cx="4182961" cy="25110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s-CO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A0AA22C5-96DD-B846-85FB-E8B3DC9735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95" y="235458"/>
            <a:ext cx="1473922" cy="615600"/>
          </a:xfrm>
          <a:prstGeom prst="rect">
            <a:avLst/>
          </a:prstGeom>
        </p:spPr>
      </p:pic>
      <p:sp>
        <p:nvSpPr>
          <p:cNvPr id="12" name="Marcador de número de diapositiva 1">
            <a:extLst>
              <a:ext uri="{FF2B5EF4-FFF2-40B4-BE49-F238E27FC236}">
                <a16:creationId xmlns:a16="http://schemas.microsoft.com/office/drawing/2014/main" id="{1031E094-2FBD-4867-848E-AC3D5BA356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4A965-C522-4DAF-8C07-9E6F0369E0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3205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nja vertical izqui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1752759E-8F1F-CA4F-BD59-0DF228699E41}"/>
              </a:ext>
            </a:extLst>
          </p:cNvPr>
          <p:cNvSpPr/>
          <p:nvPr userDrawn="1"/>
        </p:nvSpPr>
        <p:spPr>
          <a:xfrm flipV="1">
            <a:off x="-36162" y="-126611"/>
            <a:ext cx="6200752" cy="7090118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2" y="1349865"/>
            <a:ext cx="5575494" cy="647748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02" y="2208628"/>
            <a:ext cx="5575494" cy="39952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B1EFD37E-104C-0548-B3F4-15247384DF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95" y="235458"/>
            <a:ext cx="1470672" cy="614242"/>
          </a:xfrm>
          <a:prstGeom prst="rect">
            <a:avLst/>
          </a:prstGeom>
        </p:spPr>
      </p:pic>
      <p:sp>
        <p:nvSpPr>
          <p:cNvPr id="10" name="Marcador de número de diapositiva 1">
            <a:extLst>
              <a:ext uri="{FF2B5EF4-FFF2-40B4-BE49-F238E27FC236}">
                <a16:creationId xmlns:a16="http://schemas.microsoft.com/office/drawing/2014/main" id="{E110A2E4-BAB2-45D8-8C5A-E6501966D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4A965-C522-4DAF-8C07-9E6F0369E0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951711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zul completo">
    <p:bg>
      <p:bgPr>
        <a:solidFill>
          <a:srgbClr val="545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FBF49F41-7172-4448-82B4-B557ED092575}"/>
              </a:ext>
            </a:extLst>
          </p:cNvPr>
          <p:cNvSpPr/>
          <p:nvPr userDrawn="1"/>
        </p:nvSpPr>
        <p:spPr>
          <a:xfrm>
            <a:off x="6004561" y="1005874"/>
            <a:ext cx="6172892" cy="99173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6054" y="1349865"/>
            <a:ext cx="5458265" cy="366393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746AA1F-CD74-AB4E-B844-4B601751EA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95" y="235458"/>
            <a:ext cx="1470672" cy="614242"/>
          </a:xfrm>
          <a:prstGeom prst="rect">
            <a:avLst/>
          </a:prstGeom>
        </p:spPr>
      </p:pic>
      <p:sp>
        <p:nvSpPr>
          <p:cNvPr id="8" name="Marcador de número de diapositiva 1">
            <a:extLst>
              <a:ext uri="{FF2B5EF4-FFF2-40B4-BE49-F238E27FC236}">
                <a16:creationId xmlns:a16="http://schemas.microsoft.com/office/drawing/2014/main" id="{7BE88217-1562-4E7A-9314-865F8ABC6A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4A965-C522-4DAF-8C07-9E6F0369E0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101075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nja vertical con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8290B93-A534-E449-A31D-DD3CC0E59310}"/>
              </a:ext>
            </a:extLst>
          </p:cNvPr>
          <p:cNvSpPr/>
          <p:nvPr userDrawn="1"/>
        </p:nvSpPr>
        <p:spPr>
          <a:xfrm>
            <a:off x="6094412" y="-136525"/>
            <a:ext cx="6234747" cy="71012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2" y="1349865"/>
            <a:ext cx="5575494" cy="64774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02" y="2208628"/>
            <a:ext cx="5575494" cy="39952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084756FF-4086-4A43-984F-09800BF06D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95" y="235458"/>
            <a:ext cx="1473922" cy="615600"/>
          </a:xfrm>
          <a:prstGeom prst="rect">
            <a:avLst/>
          </a:prstGeom>
        </p:spPr>
      </p:pic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D6584E7-278E-B541-801B-2ED2A0A4AB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805" y="-136526"/>
            <a:ext cx="6232353" cy="710120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s-CO"/>
          </a:p>
        </p:txBody>
      </p:sp>
      <p:sp>
        <p:nvSpPr>
          <p:cNvPr id="10" name="Marcador de número de diapositiva 1">
            <a:extLst>
              <a:ext uri="{FF2B5EF4-FFF2-40B4-BE49-F238E27FC236}">
                <a16:creationId xmlns:a16="http://schemas.microsoft.com/office/drawing/2014/main" id="{B96B7EF9-E66F-4028-B000-7C6B2C0AC9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4A965-C522-4DAF-8C07-9E6F0369E0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274261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nja azul y franja ver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26D8F236-7022-E34C-B233-9027F6DDD739}"/>
              </a:ext>
            </a:extLst>
          </p:cNvPr>
          <p:cNvSpPr/>
          <p:nvPr userDrawn="1"/>
        </p:nvSpPr>
        <p:spPr>
          <a:xfrm>
            <a:off x="-42578" y="-42204"/>
            <a:ext cx="12337742" cy="1111903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825C95-B00A-F94F-AA8B-132BD1D5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CD977C5-3017-5F44-9832-D154137BF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13F5093F-1AA4-0442-BADB-36A697E09A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97" y="395158"/>
            <a:ext cx="1242270" cy="482911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01" y="2208628"/>
            <a:ext cx="11371383" cy="39952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BDFF49B-82AF-F744-9E06-506CD7FD18DE}"/>
              </a:ext>
            </a:extLst>
          </p:cNvPr>
          <p:cNvSpPr/>
          <p:nvPr userDrawn="1"/>
        </p:nvSpPr>
        <p:spPr>
          <a:xfrm>
            <a:off x="4740438" y="1069698"/>
            <a:ext cx="7554726" cy="85876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1500" y="1321729"/>
            <a:ext cx="6684684" cy="46486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9C0086D-53D7-484D-B608-4C6D657045F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2595" y="235458"/>
            <a:ext cx="1470672" cy="614242"/>
          </a:xfrm>
          <a:prstGeom prst="rect">
            <a:avLst/>
          </a:prstGeom>
        </p:spPr>
      </p:pic>
      <p:sp>
        <p:nvSpPr>
          <p:cNvPr id="10" name="Marcador de número de diapositiva 1">
            <a:extLst>
              <a:ext uri="{FF2B5EF4-FFF2-40B4-BE49-F238E27FC236}">
                <a16:creationId xmlns:a16="http://schemas.microsoft.com/office/drawing/2014/main" id="{C8613078-C496-484E-8F02-05540117A9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4A965-C522-4DAF-8C07-9E6F0369E0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265138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nja azul grande y franja amaril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26D8F236-7022-E34C-B233-9027F6DDD739}"/>
              </a:ext>
            </a:extLst>
          </p:cNvPr>
          <p:cNvSpPr/>
          <p:nvPr userDrawn="1"/>
        </p:nvSpPr>
        <p:spPr>
          <a:xfrm>
            <a:off x="-42578" y="-42204"/>
            <a:ext cx="12337742" cy="2616590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825C95-B00A-F94F-AA8B-132BD1D5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CD977C5-3017-5F44-9832-D154137BF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13F5093F-1AA4-0442-BADB-36A697E09A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97" y="395158"/>
            <a:ext cx="1242270" cy="482911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01" y="3254928"/>
            <a:ext cx="11371383" cy="29489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BDFF49B-82AF-F744-9E06-506CD7FD18DE}"/>
              </a:ext>
            </a:extLst>
          </p:cNvPr>
          <p:cNvSpPr/>
          <p:nvPr userDrawn="1"/>
        </p:nvSpPr>
        <p:spPr>
          <a:xfrm>
            <a:off x="-42578" y="2118962"/>
            <a:ext cx="7554726" cy="890336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1373928"/>
            <a:ext cx="11371383" cy="46486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A8A591D6-DB73-A847-97ED-53541A9DD7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2596" y="2372797"/>
            <a:ext cx="6954129" cy="5316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0">
                <a:solidFill>
                  <a:schemeClr val="accent3"/>
                </a:solidFill>
              </a:defRPr>
            </a:lvl2pPr>
            <a:lvl3pPr marL="914400" indent="0">
              <a:buNone/>
              <a:defRPr sz="1800" b="0">
                <a:solidFill>
                  <a:schemeClr val="accent3"/>
                </a:solidFill>
              </a:defRPr>
            </a:lvl3pPr>
            <a:lvl4pPr marL="1371600" indent="0">
              <a:buNone/>
              <a:defRPr sz="1600" b="0">
                <a:solidFill>
                  <a:schemeClr val="accent3"/>
                </a:solidFill>
              </a:defRPr>
            </a:lvl4pPr>
            <a:lvl5pPr marL="1828800" indent="0">
              <a:buNone/>
              <a:defRPr sz="1600" b="0">
                <a:solidFill>
                  <a:schemeClr val="accent3"/>
                </a:solidFill>
              </a:defRPr>
            </a:lvl5pPr>
          </a:lstStyle>
          <a:p>
            <a:pPr lvl="0"/>
            <a:r>
              <a:rPr lang="es-ES" dirty="0"/>
              <a:t>Subtítulo de la diapositiva</a:t>
            </a:r>
            <a:endParaRPr lang="es-CO" dirty="0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5C9FA3AC-94C2-8742-94CF-B6A5D9C3EB6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2595" y="235458"/>
            <a:ext cx="1470672" cy="614242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A204A457-BEB7-3446-B76E-682A3217109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64550" y="300013"/>
            <a:ext cx="761678" cy="673200"/>
          </a:xfrm>
          <a:prstGeom prst="rect">
            <a:avLst/>
          </a:prstGeom>
        </p:spPr>
      </p:pic>
      <p:sp>
        <p:nvSpPr>
          <p:cNvPr id="14" name="Marcador de número de diapositiva 1">
            <a:extLst>
              <a:ext uri="{FF2B5EF4-FFF2-40B4-BE49-F238E27FC236}">
                <a16:creationId xmlns:a16="http://schemas.microsoft.com/office/drawing/2014/main" id="{D779B9CC-AA0F-4E0C-A870-BFAF5BE9FD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4A965-C522-4DAF-8C07-9E6F0369E0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069883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a la izqui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E6EC8414-F800-AF4F-A347-22E1543303AD}"/>
              </a:ext>
            </a:extLst>
          </p:cNvPr>
          <p:cNvSpPr/>
          <p:nvPr userDrawn="1"/>
        </p:nvSpPr>
        <p:spPr>
          <a:xfrm>
            <a:off x="-197323" y="-123191"/>
            <a:ext cx="6064723" cy="7101205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23B6DA7C-AD8E-6C4B-850C-194909CD13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96850" y="-136525"/>
            <a:ext cx="6064250" cy="71278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s-CO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193" y="1349865"/>
            <a:ext cx="5575494" cy="64774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38193" y="2208628"/>
            <a:ext cx="5575494" cy="36857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C9DB59F-DDAE-F244-8F2E-EA78D937F6E3}"/>
              </a:ext>
            </a:extLst>
          </p:cNvPr>
          <p:cNvSpPr/>
          <p:nvPr userDrawn="1"/>
        </p:nvSpPr>
        <p:spPr>
          <a:xfrm>
            <a:off x="-197323" y="6132880"/>
            <a:ext cx="7554726" cy="858763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E5C9ED6-4044-FC4A-9B9B-3EA7CA37D2F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911CA5A-788D-284E-BC3F-042132CB506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10" name="Marcador de número de diapositiva 1">
            <a:extLst>
              <a:ext uri="{FF2B5EF4-FFF2-40B4-BE49-F238E27FC236}">
                <a16:creationId xmlns:a16="http://schemas.microsoft.com/office/drawing/2014/main" id="{76EBC174-C330-4CB1-96F6-550E9ACD96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4A965-C522-4DAF-8C07-9E6F0369E0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9250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comple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1EF0C35-D091-8F46-A5B2-0DBB9CAF1CB0}"/>
              </a:ext>
            </a:extLst>
          </p:cNvPr>
          <p:cNvSpPr/>
          <p:nvPr userDrawn="1"/>
        </p:nvSpPr>
        <p:spPr>
          <a:xfrm>
            <a:off x="0" y="-125413"/>
            <a:ext cx="12317413" cy="715327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314266C-1F5D-8047-876A-BE7F570301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-125413"/>
            <a:ext cx="12317412" cy="7153276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endParaRPr lang="es-CO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55A9208-3D23-8B49-948B-92C9633C8794}"/>
              </a:ext>
            </a:extLst>
          </p:cNvPr>
          <p:cNvSpPr/>
          <p:nvPr userDrawn="1"/>
        </p:nvSpPr>
        <p:spPr>
          <a:xfrm>
            <a:off x="938621" y="2236765"/>
            <a:ext cx="5877176" cy="431878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B6D6405-D4D2-FD4D-A4D2-32B47995A1F3}"/>
              </a:ext>
            </a:extLst>
          </p:cNvPr>
          <p:cNvSpPr/>
          <p:nvPr userDrawn="1"/>
        </p:nvSpPr>
        <p:spPr>
          <a:xfrm>
            <a:off x="938621" y="1006291"/>
            <a:ext cx="5877176" cy="1272676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98907" y="1349865"/>
            <a:ext cx="5058164" cy="64774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8907" y="2518118"/>
            <a:ext cx="5058164" cy="36857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rgbClr val="5454E9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rgbClr val="5454E9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rgbClr val="5454E9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rgbClr val="5454E9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rgbClr val="5454E9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8" name="Marcador de número de diapositiva 1">
            <a:extLst>
              <a:ext uri="{FF2B5EF4-FFF2-40B4-BE49-F238E27FC236}">
                <a16:creationId xmlns:a16="http://schemas.microsoft.com/office/drawing/2014/main" id="{955DF0E3-CAA0-4B5A-9B50-0467D8BF82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4A965-C522-4DAF-8C07-9E6F0369E0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351846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nja completa y foto">
    <p:bg>
      <p:bgPr>
        <a:solidFill>
          <a:srgbClr val="5454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41AB5CD-89A4-6C45-8CEB-FE1FC071C14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4413" y="-161925"/>
            <a:ext cx="6240462" cy="71532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s-CO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2" y="1349865"/>
            <a:ext cx="5575494" cy="64774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6607D22F-668C-4E4B-8423-5DA29CE97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802" y="2208628"/>
            <a:ext cx="5575494" cy="368573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B230DFD-DC56-C642-92F6-085A30812C34}"/>
              </a:ext>
            </a:extLst>
          </p:cNvPr>
          <p:cNvSpPr/>
          <p:nvPr userDrawn="1"/>
        </p:nvSpPr>
        <p:spPr>
          <a:xfrm>
            <a:off x="5501830" y="6132880"/>
            <a:ext cx="6962145" cy="8587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F21563-73B4-4549-8911-B0D06CF34F4D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5880296" y="6399612"/>
            <a:ext cx="1428466" cy="251105"/>
          </a:xfrm>
        </p:spPr>
        <p:txBody>
          <a:bodyPr/>
          <a:lstStyle/>
          <a:p>
            <a:endParaRPr lang="es-CO"/>
          </a:p>
        </p:txBody>
      </p:sp>
      <p:sp>
        <p:nvSpPr>
          <p:cNvPr id="12" name="Marcador de pie de página 11">
            <a:extLst>
              <a:ext uri="{FF2B5EF4-FFF2-40B4-BE49-F238E27FC236}">
                <a16:creationId xmlns:a16="http://schemas.microsoft.com/office/drawing/2014/main" id="{769D2ECD-4E9B-8545-AF6B-FC8377A57A6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592717" y="6399612"/>
            <a:ext cx="4182961" cy="251105"/>
          </a:xfrm>
        </p:spPr>
        <p:txBody>
          <a:bodyPr/>
          <a:lstStyle/>
          <a:p>
            <a:endParaRPr lang="es-CO" dirty="0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4678CDED-27A5-5943-9F6B-EA131C288F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95" y="235458"/>
            <a:ext cx="1470672" cy="614242"/>
          </a:xfrm>
          <a:prstGeom prst="rect">
            <a:avLst/>
          </a:prstGeom>
        </p:spPr>
      </p:pic>
      <p:sp>
        <p:nvSpPr>
          <p:cNvPr id="10" name="Marcador de número de diapositiva 1">
            <a:extLst>
              <a:ext uri="{FF2B5EF4-FFF2-40B4-BE49-F238E27FC236}">
                <a16:creationId xmlns:a16="http://schemas.microsoft.com/office/drawing/2014/main" id="{C5A8A603-FE3E-435B-AC77-E395E8B1A8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4A965-C522-4DAF-8C07-9E6F0369E0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034472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nja azul amp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26D8F236-7022-E34C-B233-9027F6DDD739}"/>
              </a:ext>
            </a:extLst>
          </p:cNvPr>
          <p:cNvSpPr/>
          <p:nvPr userDrawn="1"/>
        </p:nvSpPr>
        <p:spPr>
          <a:xfrm>
            <a:off x="-42578" y="-42204"/>
            <a:ext cx="12337742" cy="5578475"/>
          </a:xfrm>
          <a:prstGeom prst="rect">
            <a:avLst/>
          </a:prstGeom>
          <a:solidFill>
            <a:srgbClr val="545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8853"/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825C95-B00A-F94F-AA8B-132BD1D5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CD977C5-3017-5F44-9832-D154137BF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13F5093F-1AA4-0442-BADB-36A697E09A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97" y="395158"/>
            <a:ext cx="1242270" cy="482911"/>
          </a:xfrm>
          <a:prstGeom prst="rect">
            <a:avLst/>
          </a:prstGeom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F4443051-1DFB-844E-B447-A5E2A8EC6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2" y="1321729"/>
            <a:ext cx="7052602" cy="57859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de la diapositiva</a:t>
            </a:r>
            <a:endParaRPr lang="es-CO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4532BBA7-286A-444A-9D99-EF029176E4B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2595" y="235458"/>
            <a:ext cx="1470672" cy="61424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0496A4D0-BC95-3C46-AE7A-CA355846B0C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64550" y="300013"/>
            <a:ext cx="761678" cy="673200"/>
          </a:xfrm>
          <a:prstGeom prst="rect">
            <a:avLst/>
          </a:prstGeom>
        </p:spPr>
      </p:pic>
      <p:sp>
        <p:nvSpPr>
          <p:cNvPr id="10" name="Marcador de número de diapositiva 1">
            <a:extLst>
              <a:ext uri="{FF2B5EF4-FFF2-40B4-BE49-F238E27FC236}">
                <a16:creationId xmlns:a16="http://schemas.microsoft.com/office/drawing/2014/main" id="{2BD5BF76-E66B-4329-B86A-DD8CEF8C7D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4A965-C522-4DAF-8C07-9E6F0369E0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72986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ítulo 6">
            <a:extLst>
              <a:ext uri="{FF2B5EF4-FFF2-40B4-BE49-F238E27FC236}">
                <a16:creationId xmlns:a16="http://schemas.microsoft.com/office/drawing/2014/main" id="{3FF99415-B0C8-1241-95EA-F97AD3EB8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75883"/>
            <a:ext cx="470075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4605" r:id="rId1"/>
    <p:sldLayoutId id="2147494685" r:id="rId2"/>
    <p:sldLayoutId id="2147494686" r:id="rId3"/>
    <p:sldLayoutId id="2147494687" r:id="rId4"/>
    <p:sldLayoutId id="2147494688" r:id="rId5"/>
    <p:sldLayoutId id="2147494689" r:id="rId6"/>
  </p:sldLayoutIdLst>
  <p:hf hdr="0" ftr="0" dt="0"/>
  <p:txStyles>
    <p:titleStyle>
      <a:lvl1pPr algn="l" defTabSz="608013" rtl="0" eaLnBrk="1" fontAlgn="base" hangingPunct="1">
        <a:spcBef>
          <a:spcPct val="0"/>
        </a:spcBef>
        <a:spcAft>
          <a:spcPct val="0"/>
        </a:spcAft>
        <a:defRPr sz="2400" b="0" kern="1200" baseline="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l" defTabSz="608013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608013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608013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608013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5pPr>
      <a:lvl6pPr marL="608853" algn="l" defTabSz="608853" rtl="0" eaLnBrk="1" fontAlgn="base" hangingPunct="1">
        <a:spcBef>
          <a:spcPct val="0"/>
        </a:spcBef>
        <a:spcAft>
          <a:spcPct val="0"/>
        </a:spcAft>
        <a:defRPr sz="2700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6pPr>
      <a:lvl7pPr marL="1217706" algn="l" defTabSz="608853" rtl="0" eaLnBrk="1" fontAlgn="base" hangingPunct="1">
        <a:spcBef>
          <a:spcPct val="0"/>
        </a:spcBef>
        <a:spcAft>
          <a:spcPct val="0"/>
        </a:spcAft>
        <a:defRPr sz="2700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7pPr>
      <a:lvl8pPr marL="1826560" algn="l" defTabSz="608853" rtl="0" eaLnBrk="1" fontAlgn="base" hangingPunct="1">
        <a:spcBef>
          <a:spcPct val="0"/>
        </a:spcBef>
        <a:spcAft>
          <a:spcPct val="0"/>
        </a:spcAft>
        <a:defRPr sz="2700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8pPr>
      <a:lvl9pPr marL="2435413" algn="l" defTabSz="608853" rtl="0" eaLnBrk="1" fontAlgn="base" hangingPunct="1">
        <a:spcBef>
          <a:spcPct val="0"/>
        </a:spcBef>
        <a:spcAft>
          <a:spcPct val="0"/>
        </a:spcAft>
        <a:defRPr sz="2700">
          <a:solidFill>
            <a:srgbClr val="0033A0"/>
          </a:solidFill>
          <a:latin typeface="Arial" charset="0"/>
          <a:ea typeface="ＭＳ Ｐゴシック" charset="0"/>
          <a:cs typeface="ＭＳ Ｐゴシック" charset="0"/>
        </a:defRPr>
      </a:lvl9pPr>
    </p:titleStyle>
    <p:bodyStyle>
      <a:lvl1pPr marL="455613" indent="-455613" algn="l" defTabSz="608013" rtl="0" eaLnBrk="1" fontAlgn="base" hangingPunct="1">
        <a:lnSpc>
          <a:spcPct val="130000"/>
        </a:lnSpc>
        <a:spcBef>
          <a:spcPct val="20000"/>
        </a:spcBef>
        <a:spcAft>
          <a:spcPct val="0"/>
        </a:spcAft>
        <a:buFont typeface="Arial" charset="0"/>
        <a:defRPr sz="1200" kern="1200">
          <a:solidFill>
            <a:srgbClr val="676767"/>
          </a:solidFill>
          <a:latin typeface="+mn-lt"/>
          <a:ea typeface="ＭＳ Ｐゴシック" charset="0"/>
          <a:cs typeface="ＭＳ Ｐゴシック" charset="0"/>
        </a:defRPr>
      </a:lvl1pPr>
      <a:lvl2pPr marL="230188" indent="-230188" algn="l" defTabSz="608013" rtl="0" eaLnBrk="1" fontAlgn="base" hangingPunct="1">
        <a:lnSpc>
          <a:spcPct val="130000"/>
        </a:lnSpc>
        <a:spcBef>
          <a:spcPts val="300"/>
        </a:spcBef>
        <a:spcAft>
          <a:spcPct val="0"/>
        </a:spcAft>
        <a:buClr>
          <a:srgbClr val="E3E829"/>
        </a:buClr>
        <a:buSzPct val="120000"/>
        <a:buFont typeface="Arial" charset="0"/>
        <a:buChar char="•"/>
        <a:defRPr sz="1200" kern="1200">
          <a:solidFill>
            <a:srgbClr val="676767"/>
          </a:solidFill>
          <a:latin typeface="+mn-lt"/>
          <a:ea typeface="ＭＳ Ｐゴシック" charset="0"/>
          <a:cs typeface="+mn-cs"/>
        </a:defRPr>
      </a:lvl2pPr>
      <a:lvl3pPr marL="454025" indent="-223838" algn="l" defTabSz="608013" rtl="0" eaLnBrk="1" fontAlgn="base" hangingPunct="1">
        <a:lnSpc>
          <a:spcPct val="130000"/>
        </a:lnSpc>
        <a:spcBef>
          <a:spcPts val="300"/>
        </a:spcBef>
        <a:spcAft>
          <a:spcPct val="0"/>
        </a:spcAft>
        <a:buClr>
          <a:srgbClr val="0033A0"/>
        </a:buClr>
        <a:buFont typeface="Wingdings" charset="0"/>
        <a:buChar char="§"/>
        <a:defRPr sz="1200" kern="1200">
          <a:solidFill>
            <a:srgbClr val="676767"/>
          </a:solidFill>
          <a:latin typeface="+mn-lt"/>
          <a:ea typeface="ＭＳ Ｐゴシック" charset="0"/>
          <a:cs typeface="+mn-cs"/>
        </a:defRPr>
      </a:lvl3pPr>
      <a:lvl4pPr marL="758825" indent="-303213" algn="l" defTabSz="608013" rtl="0" eaLnBrk="1" fontAlgn="base" hangingPunct="1">
        <a:lnSpc>
          <a:spcPct val="130000"/>
        </a:lnSpc>
        <a:spcBef>
          <a:spcPts val="300"/>
        </a:spcBef>
        <a:spcAft>
          <a:spcPct val="0"/>
        </a:spcAft>
        <a:buClr>
          <a:srgbClr val="00AEC7"/>
        </a:buClr>
        <a:buFont typeface="Lucida Grande" charset="0"/>
        <a:buChar char="‣"/>
        <a:defRPr sz="1200" kern="1200">
          <a:solidFill>
            <a:srgbClr val="676767"/>
          </a:solidFill>
          <a:latin typeface="+mn-lt"/>
          <a:ea typeface="ＭＳ Ｐゴシック" charset="0"/>
          <a:cs typeface="+mn-cs"/>
        </a:defRPr>
      </a:lvl4pPr>
      <a:lvl5pPr marL="985838" indent="-225425" algn="l" defTabSz="608013" rtl="0" eaLnBrk="1" fontAlgn="base" hangingPunct="1">
        <a:lnSpc>
          <a:spcPct val="130000"/>
        </a:lnSpc>
        <a:spcBef>
          <a:spcPts val="300"/>
        </a:spcBef>
        <a:spcAft>
          <a:spcPct val="0"/>
        </a:spcAft>
        <a:buClr>
          <a:schemeClr val="accent1"/>
        </a:buClr>
        <a:buFont typeface="Arial" charset="0"/>
        <a:buChar char="•"/>
        <a:defRPr sz="1200" kern="1200">
          <a:solidFill>
            <a:srgbClr val="676767"/>
          </a:solidFill>
          <a:latin typeface="+mn-lt"/>
          <a:ea typeface="ＭＳ Ｐゴシック" charset="0"/>
          <a:cs typeface="+mn-cs"/>
        </a:defRPr>
      </a:lvl5pPr>
      <a:lvl6pPr marL="3348693" indent="-304427" algn="l" defTabSz="60885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57546" indent="-304427" algn="l" defTabSz="60885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66399" indent="-304427" algn="l" defTabSz="60885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75253" indent="-304427" algn="l" defTabSz="60885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8853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7706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6560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5413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4266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3119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1973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0826" algn="l" defTabSz="60885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6481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4619" r:id="rId1"/>
    <p:sldLayoutId id="2147494691" r:id="rId2"/>
    <p:sldLayoutId id="2147494690" r:id="rId3"/>
    <p:sldLayoutId id="2147494704" r:id="rId4"/>
    <p:sldLayoutId id="2147494705" r:id="rId5"/>
    <p:sldLayoutId id="2147494706" r:id="rId6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9804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A9ED10E-F495-3C40-BD87-A6D700A5B6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4801" y="6484018"/>
            <a:ext cx="1428466" cy="2511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5454E9"/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7885F37-2003-974A-86AF-3C8EC157AA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17222" y="6484018"/>
            <a:ext cx="4182961" cy="2511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rgbClr val="5454E9"/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9F269E7-4960-4D66-A977-268DF388DD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4A965-C522-4DAF-8C07-9E6F0369E0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6645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4708" r:id="rId1"/>
    <p:sldLayoutId id="2147494709" r:id="rId2"/>
    <p:sldLayoutId id="2147494710" r:id="rId3"/>
    <p:sldLayoutId id="2147494725" r:id="rId4"/>
    <p:sldLayoutId id="2147494726" r:id="rId5"/>
    <p:sldLayoutId id="2147494712" r:id="rId6"/>
    <p:sldLayoutId id="2147494713" r:id="rId7"/>
    <p:sldLayoutId id="2147494714" r:id="rId8"/>
    <p:sldLayoutId id="2147494715" r:id="rId9"/>
    <p:sldLayoutId id="2147494716" r:id="rId10"/>
    <p:sldLayoutId id="2147494717" r:id="rId11"/>
    <p:sldLayoutId id="2147494724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200" b="0" kern="1200">
          <a:solidFill>
            <a:srgbClr val="5454E9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3477B6-9C0E-104B-8814-6613E9D5A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Titulo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6C27C82-14AB-1443-B7C1-B97137AAC4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" dirty="0"/>
              <a:t>Autor</a:t>
            </a:r>
            <a:endParaRPr lang="es-CO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0F38F1F-641B-2342-8E64-607184B35C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dirty="0"/>
              <a:t>24-01-2025</a:t>
            </a:r>
          </a:p>
        </p:txBody>
      </p:sp>
    </p:spTree>
    <p:extLst>
      <p:ext uri="{BB962C8B-B14F-4D97-AF65-F5344CB8AC3E}">
        <p14:creationId xmlns:p14="http://schemas.microsoft.com/office/powerpoint/2010/main" val="3745281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B85497-67F0-9547-B207-8D2E392EA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2"/>
                </a:solidFill>
              </a:rPr>
              <a:t>texto</a:t>
            </a:r>
            <a:endParaRPr lang="es-CO" dirty="0">
              <a:solidFill>
                <a:schemeClr val="tx2"/>
              </a:solidFill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03C7C12-8381-E546-BBC7-A7A3D5BB2AF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" dirty="0"/>
              <a:t>texto, texto</a:t>
            </a:r>
            <a:endParaRPr lang="es-CO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140D4AD-1D64-2F45-BED7-2D28A6CA0C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dirty="0"/>
              <a:t>27-11-2024</a:t>
            </a:r>
          </a:p>
        </p:txBody>
      </p:sp>
    </p:spTree>
    <p:extLst>
      <p:ext uri="{BB962C8B-B14F-4D97-AF65-F5344CB8AC3E}">
        <p14:creationId xmlns:p14="http://schemas.microsoft.com/office/powerpoint/2010/main" val="1900160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38F16B-BA72-9746-AD56-7FDE8F260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es </a:t>
            </a:r>
            <a:r>
              <a:rPr lang="es-ES" dirty="0" err="1"/>
              <a:t>vvvvv</a:t>
            </a:r>
            <a:r>
              <a:rPr lang="es-ES" dirty="0"/>
              <a:t>?</a:t>
            </a:r>
            <a:endParaRPr lang="es-CO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1141FDF-3D5E-4929-84AD-BAF5432D0E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2A4A965-C522-4DAF-8C07-9E6F0369E04C}" type="slidenum">
              <a:rPr lang="es-CO" smtClean="0"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23799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7F3FF72-2BF1-4D4F-8974-5CCAFA5B0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Diapositiva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5751C16-E825-074B-BDAA-78CD3D539F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ES" sz="2800" dirty="0"/>
          </a:p>
          <a:p>
            <a:r>
              <a:rPr lang="es-ES" sz="2800" dirty="0"/>
              <a:t>“texto</a:t>
            </a:r>
            <a:endParaRPr lang="es-CO" sz="2800" dirty="0"/>
          </a:p>
        </p:txBody>
      </p:sp>
      <p:sp>
        <p:nvSpPr>
          <p:cNvPr id="6" name="Marcador de número de diapositiva 2">
            <a:extLst>
              <a:ext uri="{FF2B5EF4-FFF2-40B4-BE49-F238E27FC236}">
                <a16:creationId xmlns:a16="http://schemas.microsoft.com/office/drawing/2014/main" id="{4EE23DA8-CEFE-44DD-B2F1-4E4B3FF937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</p:spPr>
        <p:txBody>
          <a:bodyPr/>
          <a:lstStyle/>
          <a:p>
            <a:fld id="{62A4A965-C522-4DAF-8C07-9E6F0369E04C}" type="slidenum">
              <a:rPr lang="es-CO" smtClean="0"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39499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E8796736-805C-454C-B016-90CE507C8BB5}"/>
              </a:ext>
            </a:extLst>
          </p:cNvPr>
          <p:cNvSpPr/>
          <p:nvPr/>
        </p:nvSpPr>
        <p:spPr>
          <a:xfrm>
            <a:off x="3233738" y="2739683"/>
            <a:ext cx="2658794" cy="3042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dist="25400" dir="1620000" algn="tl" rotWithShape="0">
              <a:prstClr val="black">
                <a:alpha val="6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rgbClr val="5454E9"/>
              </a:solidFill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8364F9B-3DF0-3D41-AFA7-721EF14062C7}"/>
              </a:ext>
            </a:extLst>
          </p:cNvPr>
          <p:cNvSpPr/>
          <p:nvPr/>
        </p:nvSpPr>
        <p:spPr>
          <a:xfrm>
            <a:off x="6176963" y="2739683"/>
            <a:ext cx="2658794" cy="3042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dist="25400" dir="1620000" algn="tl" rotWithShape="0">
              <a:prstClr val="black">
                <a:alpha val="6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rgbClr val="5454E9"/>
              </a:solidFill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CAE1C9A6-AF46-2647-8629-A655147BCE56}"/>
              </a:ext>
            </a:extLst>
          </p:cNvPr>
          <p:cNvSpPr/>
          <p:nvPr/>
        </p:nvSpPr>
        <p:spPr>
          <a:xfrm>
            <a:off x="9048751" y="2739683"/>
            <a:ext cx="2658794" cy="3042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dist="25400" dir="1620000" algn="tl" rotWithShape="0">
              <a:prstClr val="black">
                <a:alpha val="6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rgbClr val="5454E9"/>
              </a:solidFill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7F3FF72-2BF1-4D4F-8974-5CCAFA5B0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Evolución de …..</a:t>
            </a:r>
            <a:endParaRPr lang="es-CO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DD8EB7E-6744-D640-82E7-5F05DDC7B75E}"/>
              </a:ext>
            </a:extLst>
          </p:cNvPr>
          <p:cNvSpPr/>
          <p:nvPr/>
        </p:nvSpPr>
        <p:spPr>
          <a:xfrm>
            <a:off x="304801" y="2739683"/>
            <a:ext cx="2658794" cy="3042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dist="25400" dir="1620000" algn="tl" rotWithShape="0">
              <a:prstClr val="black">
                <a:alpha val="6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rgbClr val="5454E9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1FBC1F5-4A24-444C-B6B0-C83C903B145C}"/>
              </a:ext>
            </a:extLst>
          </p:cNvPr>
          <p:cNvSpPr/>
          <p:nvPr/>
        </p:nvSpPr>
        <p:spPr>
          <a:xfrm>
            <a:off x="304801" y="2739683"/>
            <a:ext cx="2658794" cy="689317"/>
          </a:xfrm>
          <a:prstGeom prst="rect">
            <a:avLst/>
          </a:prstGeom>
          <a:solidFill>
            <a:schemeClr val="tx2"/>
          </a:solidFill>
          <a:ln>
            <a:solidFill>
              <a:srgbClr val="5454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rgbClr val="5454E9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576919E-A862-A045-9311-1E2E28F7E3BB}"/>
              </a:ext>
            </a:extLst>
          </p:cNvPr>
          <p:cNvSpPr txBox="1"/>
          <p:nvPr/>
        </p:nvSpPr>
        <p:spPr>
          <a:xfrm>
            <a:off x="506437" y="2897945"/>
            <a:ext cx="2307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800" dirty="0">
                <a:solidFill>
                  <a:schemeClr val="bg1"/>
                </a:solidFill>
              </a:rPr>
              <a:t>Texto A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521DF22F-7178-7D45-B8B3-A7E235136010}"/>
              </a:ext>
            </a:extLst>
          </p:cNvPr>
          <p:cNvSpPr/>
          <p:nvPr/>
        </p:nvSpPr>
        <p:spPr>
          <a:xfrm>
            <a:off x="3230881" y="2739683"/>
            <a:ext cx="2658794" cy="689317"/>
          </a:xfrm>
          <a:prstGeom prst="rect">
            <a:avLst/>
          </a:prstGeom>
          <a:solidFill>
            <a:schemeClr val="accent2"/>
          </a:solidFill>
          <a:ln>
            <a:solidFill>
              <a:srgbClr val="E4EB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rgbClr val="5454E9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D569331-DC35-F24D-B0F9-CC987DBA4B37}"/>
              </a:ext>
            </a:extLst>
          </p:cNvPr>
          <p:cNvSpPr txBox="1"/>
          <p:nvPr/>
        </p:nvSpPr>
        <p:spPr>
          <a:xfrm>
            <a:off x="3432517" y="2897945"/>
            <a:ext cx="2307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800" dirty="0"/>
              <a:t>Texto B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40598FB6-C1FA-7249-964B-4A471A49C6B6}"/>
              </a:ext>
            </a:extLst>
          </p:cNvPr>
          <p:cNvSpPr/>
          <p:nvPr/>
        </p:nvSpPr>
        <p:spPr>
          <a:xfrm>
            <a:off x="6173374" y="2739683"/>
            <a:ext cx="2658794" cy="689317"/>
          </a:xfrm>
          <a:prstGeom prst="rect">
            <a:avLst/>
          </a:prstGeom>
          <a:solidFill>
            <a:schemeClr val="accent3"/>
          </a:solidFill>
          <a:ln>
            <a:solidFill>
              <a:srgbClr val="E968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rgbClr val="5454E9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CC77C79-947F-184D-A0CA-DFB439C40C43}"/>
              </a:ext>
            </a:extLst>
          </p:cNvPr>
          <p:cNvSpPr txBox="1"/>
          <p:nvPr/>
        </p:nvSpPr>
        <p:spPr>
          <a:xfrm>
            <a:off x="6344530" y="2897945"/>
            <a:ext cx="2307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800" dirty="0">
                <a:solidFill>
                  <a:schemeClr val="bg1"/>
                </a:solidFill>
              </a:rPr>
              <a:t>Texto C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8C26D94F-7949-664D-BE7D-DBC3C22CC016}"/>
              </a:ext>
            </a:extLst>
          </p:cNvPr>
          <p:cNvSpPr/>
          <p:nvPr/>
        </p:nvSpPr>
        <p:spPr>
          <a:xfrm>
            <a:off x="9040839" y="2739683"/>
            <a:ext cx="2658794" cy="689317"/>
          </a:xfrm>
          <a:prstGeom prst="rect">
            <a:avLst/>
          </a:prstGeom>
          <a:solidFill>
            <a:schemeClr val="accent1"/>
          </a:solidFill>
          <a:ln>
            <a:solidFill>
              <a:srgbClr val="4CBA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rgbClr val="5454E9"/>
              </a:solidFill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A0BE73FE-0974-C24C-9778-D01D05FE46F1}"/>
              </a:ext>
            </a:extLst>
          </p:cNvPr>
          <p:cNvSpPr txBox="1"/>
          <p:nvPr/>
        </p:nvSpPr>
        <p:spPr>
          <a:xfrm>
            <a:off x="9242475" y="2897945"/>
            <a:ext cx="2307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800" dirty="0">
                <a:solidFill>
                  <a:schemeClr val="bg1"/>
                </a:solidFill>
              </a:rPr>
              <a:t>Texto D</a:t>
            </a:r>
          </a:p>
        </p:txBody>
      </p:sp>
      <p:sp>
        <p:nvSpPr>
          <p:cNvPr id="15" name="Marcador de número de diapositiva 2">
            <a:extLst>
              <a:ext uri="{FF2B5EF4-FFF2-40B4-BE49-F238E27FC236}">
                <a16:creationId xmlns:a16="http://schemas.microsoft.com/office/drawing/2014/main" id="{8E796FDA-F8A0-4A96-BC25-CB91343E81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</p:spPr>
        <p:txBody>
          <a:bodyPr/>
          <a:lstStyle/>
          <a:p>
            <a:fld id="{62A4A965-C522-4DAF-8C07-9E6F0369E04C}" type="slidenum">
              <a:rPr lang="es-CO" smtClean="0"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70711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7F3FF72-2BF1-4D4F-8974-5CCAFA5B0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5751C16-E825-074B-BDAA-78CD3D539F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s-ES" sz="2800" dirty="0"/>
          </a:p>
          <a:p>
            <a:endParaRPr lang="es-ES" sz="2800" dirty="0"/>
          </a:p>
          <a:p>
            <a:pPr algn="ctr"/>
            <a:r>
              <a:rPr lang="es-ES" sz="9600" dirty="0">
                <a:solidFill>
                  <a:srgbClr val="5454E9"/>
                </a:solidFill>
                <a:latin typeface="+mj-lt"/>
                <a:ea typeface="+mj-ea"/>
                <a:cs typeface="+mj-cs"/>
              </a:rPr>
              <a:t>Gracias!!</a:t>
            </a:r>
            <a:endParaRPr lang="es-CO" sz="2400" dirty="0">
              <a:solidFill>
                <a:srgbClr val="5454E9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Marcador de número de diapositiva 2">
            <a:extLst>
              <a:ext uri="{FF2B5EF4-FFF2-40B4-BE49-F238E27FC236}">
                <a16:creationId xmlns:a16="http://schemas.microsoft.com/office/drawing/2014/main" id="{DA2DB970-3454-472F-84EC-F81043CD9A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</p:spPr>
        <p:txBody>
          <a:bodyPr/>
          <a:lstStyle/>
          <a:p>
            <a:fld id="{62A4A965-C522-4DAF-8C07-9E6F0369E04C}" type="slidenum">
              <a:rPr lang="es-CO" smtClean="0"/>
              <a:t>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1826554"/>
      </p:ext>
    </p:extLst>
  </p:cSld>
  <p:clrMapOvr>
    <a:masterClrMapping/>
  </p:clrMapOvr>
</p:sld>
</file>

<file path=ppt/theme/theme1.xml><?xml version="1.0" encoding="utf-8"?>
<a:theme xmlns:a="http://schemas.openxmlformats.org/drawingml/2006/main" name="Portadas">
  <a:themeElements>
    <a:clrScheme name=" ICESI FINAL">
      <a:dk1>
        <a:srgbClr val="393939"/>
      </a:dk1>
      <a:lt1>
        <a:srgbClr val="FFFFFF"/>
      </a:lt1>
      <a:dk2>
        <a:srgbClr val="5454E9"/>
      </a:dk2>
      <a:lt2>
        <a:srgbClr val="855CF0"/>
      </a:lt2>
      <a:accent1>
        <a:srgbClr val="4CB978"/>
      </a:accent1>
      <a:accent2>
        <a:srgbClr val="E2EB5F"/>
      </a:accent2>
      <a:accent3>
        <a:srgbClr val="F0681A"/>
      </a:accent3>
      <a:accent4>
        <a:srgbClr val="CECFF0"/>
      </a:accent4>
      <a:accent5>
        <a:srgbClr val="5DBD59"/>
      </a:accent5>
      <a:accent6>
        <a:srgbClr val="603800"/>
      </a:accent6>
      <a:hlink>
        <a:srgbClr val="1F1E1C"/>
      </a:hlink>
      <a:folHlink>
        <a:srgbClr val="808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33A0"/>
        </a:solidFill>
        <a:ln>
          <a:noFill/>
        </a:ln>
        <a:effectLst/>
      </a:spPr>
      <a:bodyPr anchor="ctr"/>
      <a:lstStyle>
        <a:defPPr algn="ctr" defTabSz="608853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3190CF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ctr">
          <a:defRPr dirty="0" err="1" smtClean="0">
            <a:solidFill>
              <a:srgbClr val="686968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4" id="{776FA3CF-6F80-654A-B731-ABEB9CCBCA91}" vid="{FA1C77B8-9473-0941-BF96-7A398AFE1827}"/>
    </a:ext>
  </a:extLst>
</a:theme>
</file>

<file path=ppt/theme/theme2.xml><?xml version="1.0" encoding="utf-8"?>
<a:theme xmlns:a="http://schemas.openxmlformats.org/drawingml/2006/main" name="Divisiones">
  <a:themeElements>
    <a:clrScheme name=" ICESI FINAL">
      <a:dk1>
        <a:srgbClr val="393939"/>
      </a:dk1>
      <a:lt1>
        <a:srgbClr val="FFFFFF"/>
      </a:lt1>
      <a:dk2>
        <a:srgbClr val="5454E9"/>
      </a:dk2>
      <a:lt2>
        <a:srgbClr val="855CF0"/>
      </a:lt2>
      <a:accent1>
        <a:srgbClr val="4CB978"/>
      </a:accent1>
      <a:accent2>
        <a:srgbClr val="E2EB5F"/>
      </a:accent2>
      <a:accent3>
        <a:srgbClr val="F0681A"/>
      </a:accent3>
      <a:accent4>
        <a:srgbClr val="CECFF0"/>
      </a:accent4>
      <a:accent5>
        <a:srgbClr val="5DBD59"/>
      </a:accent5>
      <a:accent6>
        <a:srgbClr val="603800"/>
      </a:accent6>
      <a:hlink>
        <a:srgbClr val="1F1E1C"/>
      </a:hlink>
      <a:folHlink>
        <a:srgbClr val="808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4" id="{776FA3CF-6F80-654A-B731-ABEB9CCBCA91}" vid="{FFD4C735-F419-9049-9D02-5A5008C4008B}"/>
    </a:ext>
  </a:extLst>
</a:theme>
</file>

<file path=ppt/theme/theme3.xml><?xml version="1.0" encoding="utf-8"?>
<a:theme xmlns:a="http://schemas.openxmlformats.org/drawingml/2006/main" name="Interiores">
  <a:themeElements>
    <a:clrScheme name=" ICESI FINAL">
      <a:dk1>
        <a:srgbClr val="393939"/>
      </a:dk1>
      <a:lt1>
        <a:srgbClr val="FFFFFF"/>
      </a:lt1>
      <a:dk2>
        <a:srgbClr val="5454E9"/>
      </a:dk2>
      <a:lt2>
        <a:srgbClr val="855CF0"/>
      </a:lt2>
      <a:accent1>
        <a:srgbClr val="4CB978"/>
      </a:accent1>
      <a:accent2>
        <a:srgbClr val="E2EB5F"/>
      </a:accent2>
      <a:accent3>
        <a:srgbClr val="F0681A"/>
      </a:accent3>
      <a:accent4>
        <a:srgbClr val="CECFF0"/>
      </a:accent4>
      <a:accent5>
        <a:srgbClr val="5DBD59"/>
      </a:accent5>
      <a:accent6>
        <a:srgbClr val="603800"/>
      </a:accent6>
      <a:hlink>
        <a:srgbClr val="1F1E1C"/>
      </a:hlink>
      <a:folHlink>
        <a:srgbClr val="808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4" id="{776FA3CF-6F80-654A-B731-ABEB9CCBCA91}" vid="{174E906E-382C-4B47-9DC5-6371F885CCC2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_Status xmlns="http://schemas.microsoft.com/sharepoint/v3/fields">Not Started</_Statu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E64AEEDD9B7A4D93545ACBE97D4615" ma:contentTypeVersion="2" ma:contentTypeDescription="Create a new document." ma:contentTypeScope="" ma:versionID="f49002b78e3a4a71b814eef46a983816">
  <xsd:schema xmlns:xsd="http://www.w3.org/2001/XMLSchema" xmlns:xs="http://www.w3.org/2001/XMLSchema" xmlns:p="http://schemas.microsoft.com/office/2006/metadata/properties" xmlns:ns2="http://schemas.microsoft.com/sharepoint/v3/fields" targetNamespace="http://schemas.microsoft.com/office/2006/metadata/properties" ma:root="true" ma:fieldsID="38f6db2dd0d9a0cf6a8dc37be32b365b" ns2:_=""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Status" minOccurs="0"/>
                <xsd:element ref="ns2:_Vers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8" nillable="true" ma:displayName="Status" ma:default="Not Started" ma:internalName="_Status">
      <xsd:simpleType>
        <xsd:union memberTypes="dms:Text">
          <xsd:simpleType>
            <xsd:restriction base="dms:Choice">
              <xsd:enumeration value="Not Started"/>
              <xsd:enumeration value="Draft"/>
              <xsd:enumeration value="Reviewed"/>
              <xsd:enumeration value="Scheduled"/>
              <xsd:enumeration value="Published"/>
              <xsd:enumeration value="Final"/>
              <xsd:enumeration value="Expired"/>
            </xsd:restriction>
          </xsd:simpleType>
        </xsd:union>
      </xsd:simpleType>
    </xsd:element>
    <xsd:element name="_Version" ma:index="9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 ma:displayName="Status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36ADCFB-D8B6-4597-B750-4F782D11F82C}">
  <ds:schemaRefs>
    <ds:schemaRef ds:uri="http://purl.org/dc/dcmitype/"/>
    <ds:schemaRef ds:uri="http://schemas.microsoft.com/office/2006/documentManagement/types"/>
    <ds:schemaRef ds:uri="http://purl.org/dc/terms/"/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http://schemas.microsoft.com/sharepoint/v3/fields"/>
  </ds:schemaRefs>
</ds:datastoreItem>
</file>

<file path=customXml/itemProps2.xml><?xml version="1.0" encoding="utf-8"?>
<ds:datastoreItem xmlns:ds="http://schemas.openxmlformats.org/officeDocument/2006/customXml" ds:itemID="{87D2A1B0-FF3E-4009-940D-AED0EB70AA2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214858-785C-42F7-BE66-6D0E79395F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Portadas</Template>
  <TotalTime>2206</TotalTime>
  <Words>33</Words>
  <Application>Microsoft Office PowerPoint</Application>
  <PresentationFormat>Personalizado</PresentationFormat>
  <Paragraphs>22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6</vt:i4>
      </vt:variant>
    </vt:vector>
  </HeadingPairs>
  <TitlesOfParts>
    <vt:vector size="13" baseType="lpstr">
      <vt:lpstr>Arial</vt:lpstr>
      <vt:lpstr>Calibri</vt:lpstr>
      <vt:lpstr>Lucida Grande</vt:lpstr>
      <vt:lpstr>Wingdings</vt:lpstr>
      <vt:lpstr>Portadas</vt:lpstr>
      <vt:lpstr>Divisiones</vt:lpstr>
      <vt:lpstr>Interiores</vt:lpstr>
      <vt:lpstr>Titulo</vt:lpstr>
      <vt:lpstr>texto</vt:lpstr>
      <vt:lpstr>¿Qué es vvvvv?</vt:lpstr>
      <vt:lpstr>Diapositiva</vt:lpstr>
      <vt:lpstr>Evolución de …..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de la presentación</dc:title>
  <dc:subject/>
  <dc:creator>Edison Leon</dc:creator>
  <cp:keywords/>
  <dc:description/>
  <cp:lastModifiedBy>Milton Orlando Sarria Paja</cp:lastModifiedBy>
  <cp:revision>51</cp:revision>
  <dcterms:created xsi:type="dcterms:W3CDTF">2023-08-29T02:04:03Z</dcterms:created>
  <dcterms:modified xsi:type="dcterms:W3CDTF">2026-02-17T01:07:13Z</dcterms:modified>
  <cp:category/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  <property fmtid="{D5CDD505-2E9C-101B-9397-08002B2CF9AE}" pid="3" name="_Version">
    <vt:lpwstr/>
  </property>
  <property fmtid="{D5CDD505-2E9C-101B-9397-08002B2CF9AE}" pid="4" name="_Status">
    <vt:lpwstr>Not Started</vt:lpwstr>
  </property>
</Properties>
</file>